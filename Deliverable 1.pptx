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0"/>
  </p:notesMasterIdLst>
  <p:sldIdLst>
    <p:sldId id="256" r:id="rId2"/>
    <p:sldId id="259" r:id="rId3"/>
    <p:sldId id="261" r:id="rId4"/>
    <p:sldId id="262" r:id="rId5"/>
    <p:sldId id="263" r:id="rId6"/>
    <p:sldId id="264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09"/>
  </p:normalViewPr>
  <p:slideViewPr>
    <p:cSldViewPr snapToGrid="0" snapToObjects="1">
      <p:cViewPr>
        <p:scale>
          <a:sx n="113" d="100"/>
          <a:sy n="113" d="100"/>
        </p:scale>
        <p:origin x="52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alessandrofato\Documents\eclipse-workspace\Deliverable1\Process%20control%20cha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469385547679568E-2"/>
          <c:y val="0.12823610276806394"/>
          <c:w val="0.93543669719388511"/>
          <c:h val="0.77965751322199583"/>
        </c:manualLayout>
      </c:layout>
      <c:lineChart>
        <c:grouping val="standard"/>
        <c:varyColors val="0"/>
        <c:ser>
          <c:idx val="0"/>
          <c:order val="0"/>
          <c:tx>
            <c:v>Fixed issues for each month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Foglio1!$A$2:$A$101</c:f>
              <c:numCache>
                <c:formatCode>mmm\-yy</c:formatCode>
                <c:ptCount val="100"/>
                <c:pt idx="0">
                  <c:v>41395</c:v>
                </c:pt>
                <c:pt idx="1">
                  <c:v>41426</c:v>
                </c:pt>
                <c:pt idx="2">
                  <c:v>41456</c:v>
                </c:pt>
                <c:pt idx="3">
                  <c:v>41487</c:v>
                </c:pt>
                <c:pt idx="4">
                  <c:v>41518</c:v>
                </c:pt>
                <c:pt idx="5">
                  <c:v>41548</c:v>
                </c:pt>
                <c:pt idx="6">
                  <c:v>41579</c:v>
                </c:pt>
                <c:pt idx="7">
                  <c:v>41609</c:v>
                </c:pt>
                <c:pt idx="8">
                  <c:v>41640</c:v>
                </c:pt>
                <c:pt idx="9">
                  <c:v>41671</c:v>
                </c:pt>
                <c:pt idx="10">
                  <c:v>41699</c:v>
                </c:pt>
                <c:pt idx="11">
                  <c:v>41730</c:v>
                </c:pt>
                <c:pt idx="12">
                  <c:v>41760</c:v>
                </c:pt>
                <c:pt idx="13">
                  <c:v>41791</c:v>
                </c:pt>
                <c:pt idx="14">
                  <c:v>41821</c:v>
                </c:pt>
                <c:pt idx="15">
                  <c:v>41852</c:v>
                </c:pt>
                <c:pt idx="16">
                  <c:v>41883</c:v>
                </c:pt>
                <c:pt idx="17">
                  <c:v>41913</c:v>
                </c:pt>
                <c:pt idx="18">
                  <c:v>41944</c:v>
                </c:pt>
                <c:pt idx="19">
                  <c:v>41974</c:v>
                </c:pt>
                <c:pt idx="20">
                  <c:v>42005</c:v>
                </c:pt>
                <c:pt idx="21">
                  <c:v>42036</c:v>
                </c:pt>
                <c:pt idx="22">
                  <c:v>42064</c:v>
                </c:pt>
                <c:pt idx="23">
                  <c:v>42095</c:v>
                </c:pt>
                <c:pt idx="24">
                  <c:v>42125</c:v>
                </c:pt>
                <c:pt idx="25">
                  <c:v>42156</c:v>
                </c:pt>
                <c:pt idx="26">
                  <c:v>42186</c:v>
                </c:pt>
                <c:pt idx="27">
                  <c:v>42217</c:v>
                </c:pt>
                <c:pt idx="28">
                  <c:v>42248</c:v>
                </c:pt>
                <c:pt idx="29">
                  <c:v>42278</c:v>
                </c:pt>
                <c:pt idx="30">
                  <c:v>42309</c:v>
                </c:pt>
                <c:pt idx="31">
                  <c:v>42339</c:v>
                </c:pt>
                <c:pt idx="32">
                  <c:v>42370</c:v>
                </c:pt>
                <c:pt idx="33">
                  <c:v>42401</c:v>
                </c:pt>
                <c:pt idx="34">
                  <c:v>42430</c:v>
                </c:pt>
                <c:pt idx="35">
                  <c:v>42461</c:v>
                </c:pt>
                <c:pt idx="36">
                  <c:v>42491</c:v>
                </c:pt>
                <c:pt idx="37">
                  <c:v>42522</c:v>
                </c:pt>
                <c:pt idx="38">
                  <c:v>42552</c:v>
                </c:pt>
                <c:pt idx="39">
                  <c:v>42583</c:v>
                </c:pt>
                <c:pt idx="40">
                  <c:v>42614</c:v>
                </c:pt>
                <c:pt idx="41">
                  <c:v>42644</c:v>
                </c:pt>
                <c:pt idx="42">
                  <c:v>42675</c:v>
                </c:pt>
                <c:pt idx="43">
                  <c:v>42705</c:v>
                </c:pt>
                <c:pt idx="44">
                  <c:v>42736</c:v>
                </c:pt>
                <c:pt idx="45">
                  <c:v>42767</c:v>
                </c:pt>
                <c:pt idx="46">
                  <c:v>42795</c:v>
                </c:pt>
                <c:pt idx="47">
                  <c:v>42826</c:v>
                </c:pt>
                <c:pt idx="48">
                  <c:v>42856</c:v>
                </c:pt>
                <c:pt idx="49">
                  <c:v>42887</c:v>
                </c:pt>
                <c:pt idx="50">
                  <c:v>42917</c:v>
                </c:pt>
                <c:pt idx="51">
                  <c:v>42948</c:v>
                </c:pt>
                <c:pt idx="52">
                  <c:v>42979</c:v>
                </c:pt>
                <c:pt idx="53">
                  <c:v>43009</c:v>
                </c:pt>
                <c:pt idx="54">
                  <c:v>43040</c:v>
                </c:pt>
                <c:pt idx="55">
                  <c:v>43070</c:v>
                </c:pt>
                <c:pt idx="56">
                  <c:v>43101</c:v>
                </c:pt>
                <c:pt idx="57">
                  <c:v>43132</c:v>
                </c:pt>
                <c:pt idx="58">
                  <c:v>43160</c:v>
                </c:pt>
                <c:pt idx="59">
                  <c:v>43191</c:v>
                </c:pt>
                <c:pt idx="60">
                  <c:v>43221</c:v>
                </c:pt>
                <c:pt idx="61">
                  <c:v>43252</c:v>
                </c:pt>
                <c:pt idx="62">
                  <c:v>43282</c:v>
                </c:pt>
                <c:pt idx="63">
                  <c:v>43313</c:v>
                </c:pt>
              </c:numCache>
            </c:numRef>
          </c:cat>
          <c:val>
            <c:numRef>
              <c:f>Foglio1!$B$3:$B$65</c:f>
              <c:numCache>
                <c:formatCode>0</c:formatCode>
                <c:ptCount val="63"/>
                <c:pt idx="0">
                  <c:v>5</c:v>
                </c:pt>
                <c:pt idx="1">
                  <c:v>20</c:v>
                </c:pt>
                <c:pt idx="2">
                  <c:v>16</c:v>
                </c:pt>
                <c:pt idx="3">
                  <c:v>14</c:v>
                </c:pt>
                <c:pt idx="4">
                  <c:v>17</c:v>
                </c:pt>
                <c:pt idx="5">
                  <c:v>34</c:v>
                </c:pt>
                <c:pt idx="6">
                  <c:v>9</c:v>
                </c:pt>
                <c:pt idx="7">
                  <c:v>25</c:v>
                </c:pt>
                <c:pt idx="8">
                  <c:v>18</c:v>
                </c:pt>
                <c:pt idx="9">
                  <c:v>40</c:v>
                </c:pt>
                <c:pt idx="10">
                  <c:v>11</c:v>
                </c:pt>
                <c:pt idx="11">
                  <c:v>34</c:v>
                </c:pt>
                <c:pt idx="12">
                  <c:v>7</c:v>
                </c:pt>
                <c:pt idx="13">
                  <c:v>14</c:v>
                </c:pt>
                <c:pt idx="14">
                  <c:v>68</c:v>
                </c:pt>
                <c:pt idx="15">
                  <c:v>67</c:v>
                </c:pt>
                <c:pt idx="16">
                  <c:v>58</c:v>
                </c:pt>
                <c:pt idx="17">
                  <c:v>72</c:v>
                </c:pt>
                <c:pt idx="18">
                  <c:v>46</c:v>
                </c:pt>
                <c:pt idx="19">
                  <c:v>20</c:v>
                </c:pt>
                <c:pt idx="20">
                  <c:v>24</c:v>
                </c:pt>
                <c:pt idx="21">
                  <c:v>46</c:v>
                </c:pt>
                <c:pt idx="22">
                  <c:v>39</c:v>
                </c:pt>
                <c:pt idx="23">
                  <c:v>25</c:v>
                </c:pt>
                <c:pt idx="24">
                  <c:v>61</c:v>
                </c:pt>
                <c:pt idx="25">
                  <c:v>33</c:v>
                </c:pt>
                <c:pt idx="26">
                  <c:v>50</c:v>
                </c:pt>
                <c:pt idx="27">
                  <c:v>72</c:v>
                </c:pt>
                <c:pt idx="28">
                  <c:v>52</c:v>
                </c:pt>
                <c:pt idx="29">
                  <c:v>35</c:v>
                </c:pt>
                <c:pt idx="30">
                  <c:v>45</c:v>
                </c:pt>
                <c:pt idx="31">
                  <c:v>65</c:v>
                </c:pt>
                <c:pt idx="32">
                  <c:v>43</c:v>
                </c:pt>
                <c:pt idx="33">
                  <c:v>21</c:v>
                </c:pt>
                <c:pt idx="34">
                  <c:v>33</c:v>
                </c:pt>
                <c:pt idx="35">
                  <c:v>52</c:v>
                </c:pt>
                <c:pt idx="36">
                  <c:v>43</c:v>
                </c:pt>
                <c:pt idx="37">
                  <c:v>46</c:v>
                </c:pt>
                <c:pt idx="38">
                  <c:v>39</c:v>
                </c:pt>
                <c:pt idx="39">
                  <c:v>6</c:v>
                </c:pt>
                <c:pt idx="40">
                  <c:v>8</c:v>
                </c:pt>
                <c:pt idx="41">
                  <c:v>14</c:v>
                </c:pt>
                <c:pt idx="42">
                  <c:v>30</c:v>
                </c:pt>
                <c:pt idx="43">
                  <c:v>22</c:v>
                </c:pt>
                <c:pt idx="44">
                  <c:v>20</c:v>
                </c:pt>
                <c:pt idx="45">
                  <c:v>5</c:v>
                </c:pt>
                <c:pt idx="46">
                  <c:v>0</c:v>
                </c:pt>
                <c:pt idx="47">
                  <c:v>0</c:v>
                </c:pt>
                <c:pt idx="48">
                  <c:v>1</c:v>
                </c:pt>
                <c:pt idx="49">
                  <c:v>0</c:v>
                </c:pt>
                <c:pt idx="50">
                  <c:v>1</c:v>
                </c:pt>
                <c:pt idx="51">
                  <c:v>1</c:v>
                </c:pt>
                <c:pt idx="52">
                  <c:v>3</c:v>
                </c:pt>
                <c:pt idx="53">
                  <c:v>0</c:v>
                </c:pt>
                <c:pt idx="54">
                  <c:v>0</c:v>
                </c:pt>
                <c:pt idx="55">
                  <c:v>2</c:v>
                </c:pt>
                <c:pt idx="56">
                  <c:v>6</c:v>
                </c:pt>
                <c:pt idx="57">
                  <c:v>3</c:v>
                </c:pt>
                <c:pt idx="58">
                  <c:v>3</c:v>
                </c:pt>
                <c:pt idx="59">
                  <c:v>0</c:v>
                </c:pt>
                <c:pt idx="60">
                  <c:v>1</c:v>
                </c:pt>
                <c:pt idx="61">
                  <c:v>0</c:v>
                </c:pt>
                <c:pt idx="62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59-7846-A26F-5B731840B4CF}"/>
            </c:ext>
          </c:extLst>
        </c:ser>
        <c:ser>
          <c:idx val="1"/>
          <c:order val="1"/>
          <c:tx>
            <c:v>3*std + mean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Foglio1!$A$2:$A$101</c:f>
              <c:numCache>
                <c:formatCode>mmm\-yy</c:formatCode>
                <c:ptCount val="100"/>
                <c:pt idx="0">
                  <c:v>41395</c:v>
                </c:pt>
                <c:pt idx="1">
                  <c:v>41426</c:v>
                </c:pt>
                <c:pt idx="2">
                  <c:v>41456</c:v>
                </c:pt>
                <c:pt idx="3">
                  <c:v>41487</c:v>
                </c:pt>
                <c:pt idx="4">
                  <c:v>41518</c:v>
                </c:pt>
                <c:pt idx="5">
                  <c:v>41548</c:v>
                </c:pt>
                <c:pt idx="6">
                  <c:v>41579</c:v>
                </c:pt>
                <c:pt idx="7">
                  <c:v>41609</c:v>
                </c:pt>
                <c:pt idx="8">
                  <c:v>41640</c:v>
                </c:pt>
                <c:pt idx="9">
                  <c:v>41671</c:v>
                </c:pt>
                <c:pt idx="10">
                  <c:v>41699</c:v>
                </c:pt>
                <c:pt idx="11">
                  <c:v>41730</c:v>
                </c:pt>
                <c:pt idx="12">
                  <c:v>41760</c:v>
                </c:pt>
                <c:pt idx="13">
                  <c:v>41791</c:v>
                </c:pt>
                <c:pt idx="14">
                  <c:v>41821</c:v>
                </c:pt>
                <c:pt idx="15">
                  <c:v>41852</c:v>
                </c:pt>
                <c:pt idx="16">
                  <c:v>41883</c:v>
                </c:pt>
                <c:pt idx="17">
                  <c:v>41913</c:v>
                </c:pt>
                <c:pt idx="18">
                  <c:v>41944</c:v>
                </c:pt>
                <c:pt idx="19">
                  <c:v>41974</c:v>
                </c:pt>
                <c:pt idx="20">
                  <c:v>42005</c:v>
                </c:pt>
                <c:pt idx="21">
                  <c:v>42036</c:v>
                </c:pt>
                <c:pt idx="22">
                  <c:v>42064</c:v>
                </c:pt>
                <c:pt idx="23">
                  <c:v>42095</c:v>
                </c:pt>
                <c:pt idx="24">
                  <c:v>42125</c:v>
                </c:pt>
                <c:pt idx="25">
                  <c:v>42156</c:v>
                </c:pt>
                <c:pt idx="26">
                  <c:v>42186</c:v>
                </c:pt>
                <c:pt idx="27">
                  <c:v>42217</c:v>
                </c:pt>
                <c:pt idx="28">
                  <c:v>42248</c:v>
                </c:pt>
                <c:pt idx="29">
                  <c:v>42278</c:v>
                </c:pt>
                <c:pt idx="30">
                  <c:v>42309</c:v>
                </c:pt>
                <c:pt idx="31">
                  <c:v>42339</c:v>
                </c:pt>
                <c:pt idx="32">
                  <c:v>42370</c:v>
                </c:pt>
                <c:pt idx="33">
                  <c:v>42401</c:v>
                </c:pt>
                <c:pt idx="34">
                  <c:v>42430</c:v>
                </c:pt>
                <c:pt idx="35">
                  <c:v>42461</c:v>
                </c:pt>
                <c:pt idx="36">
                  <c:v>42491</c:v>
                </c:pt>
                <c:pt idx="37">
                  <c:v>42522</c:v>
                </c:pt>
                <c:pt idx="38">
                  <c:v>42552</c:v>
                </c:pt>
                <c:pt idx="39">
                  <c:v>42583</c:v>
                </c:pt>
                <c:pt idx="40">
                  <c:v>42614</c:v>
                </c:pt>
                <c:pt idx="41">
                  <c:v>42644</c:v>
                </c:pt>
                <c:pt idx="42">
                  <c:v>42675</c:v>
                </c:pt>
                <c:pt idx="43">
                  <c:v>42705</c:v>
                </c:pt>
                <c:pt idx="44">
                  <c:v>42736</c:v>
                </c:pt>
                <c:pt idx="45">
                  <c:v>42767</c:v>
                </c:pt>
                <c:pt idx="46">
                  <c:v>42795</c:v>
                </c:pt>
                <c:pt idx="47">
                  <c:v>42826</c:v>
                </c:pt>
                <c:pt idx="48">
                  <c:v>42856</c:v>
                </c:pt>
                <c:pt idx="49">
                  <c:v>42887</c:v>
                </c:pt>
                <c:pt idx="50">
                  <c:v>42917</c:v>
                </c:pt>
                <c:pt idx="51">
                  <c:v>42948</c:v>
                </c:pt>
                <c:pt idx="52">
                  <c:v>42979</c:v>
                </c:pt>
                <c:pt idx="53">
                  <c:v>43009</c:v>
                </c:pt>
                <c:pt idx="54">
                  <c:v>43040</c:v>
                </c:pt>
                <c:pt idx="55">
                  <c:v>43070</c:v>
                </c:pt>
                <c:pt idx="56">
                  <c:v>43101</c:v>
                </c:pt>
                <c:pt idx="57">
                  <c:v>43132</c:v>
                </c:pt>
                <c:pt idx="58">
                  <c:v>43160</c:v>
                </c:pt>
                <c:pt idx="59">
                  <c:v>43191</c:v>
                </c:pt>
                <c:pt idx="60">
                  <c:v>43221</c:v>
                </c:pt>
                <c:pt idx="61">
                  <c:v>43252</c:v>
                </c:pt>
                <c:pt idx="62">
                  <c:v>43282</c:v>
                </c:pt>
                <c:pt idx="63">
                  <c:v>43313</c:v>
                </c:pt>
              </c:numCache>
            </c:numRef>
          </c:cat>
          <c:val>
            <c:numRef>
              <c:f>Foglio1!$E$2:$E$100</c:f>
              <c:numCache>
                <c:formatCode>0.0000</c:formatCode>
                <c:ptCount val="99"/>
                <c:pt idx="0">
                  <c:v>89.955471842193589</c:v>
                </c:pt>
                <c:pt idx="1">
                  <c:v>89.955471842193589</c:v>
                </c:pt>
                <c:pt idx="2">
                  <c:v>89.955471842193589</c:v>
                </c:pt>
                <c:pt idx="3">
                  <c:v>89.955471842193589</c:v>
                </c:pt>
                <c:pt idx="4">
                  <c:v>89.955471842193589</c:v>
                </c:pt>
                <c:pt idx="5">
                  <c:v>89.955471842193589</c:v>
                </c:pt>
                <c:pt idx="6">
                  <c:v>89.955471842193589</c:v>
                </c:pt>
                <c:pt idx="7">
                  <c:v>89.955471842193589</c:v>
                </c:pt>
                <c:pt idx="8">
                  <c:v>89.955471842193589</c:v>
                </c:pt>
                <c:pt idx="9">
                  <c:v>89.955471842193589</c:v>
                </c:pt>
                <c:pt idx="10">
                  <c:v>89.955471842193589</c:v>
                </c:pt>
                <c:pt idx="11">
                  <c:v>89.955471842193589</c:v>
                </c:pt>
                <c:pt idx="12">
                  <c:v>89.955471842193589</c:v>
                </c:pt>
                <c:pt idx="13">
                  <c:v>89.955471842193589</c:v>
                </c:pt>
                <c:pt idx="14">
                  <c:v>89.955471842193589</c:v>
                </c:pt>
                <c:pt idx="15">
                  <c:v>89.955471842193589</c:v>
                </c:pt>
                <c:pt idx="16">
                  <c:v>89.955471842193589</c:v>
                </c:pt>
                <c:pt idx="17">
                  <c:v>89.955471842193589</c:v>
                </c:pt>
                <c:pt idx="18">
                  <c:v>89.955471842193589</c:v>
                </c:pt>
                <c:pt idx="19">
                  <c:v>89.955471842193589</c:v>
                </c:pt>
                <c:pt idx="20">
                  <c:v>89.955471842193589</c:v>
                </c:pt>
                <c:pt idx="21">
                  <c:v>89.955471842193589</c:v>
                </c:pt>
                <c:pt idx="22">
                  <c:v>89.955471842193589</c:v>
                </c:pt>
                <c:pt idx="23">
                  <c:v>89.955471842193589</c:v>
                </c:pt>
                <c:pt idx="24">
                  <c:v>89.955471842193589</c:v>
                </c:pt>
                <c:pt idx="25">
                  <c:v>89.955471842193589</c:v>
                </c:pt>
                <c:pt idx="26">
                  <c:v>89.955471842193589</c:v>
                </c:pt>
                <c:pt idx="27">
                  <c:v>89.955471842193589</c:v>
                </c:pt>
                <c:pt idx="28">
                  <c:v>89.955471842193589</c:v>
                </c:pt>
                <c:pt idx="29">
                  <c:v>89.955471842193589</c:v>
                </c:pt>
                <c:pt idx="30">
                  <c:v>89.955471842193589</c:v>
                </c:pt>
                <c:pt idx="31">
                  <c:v>89.955471842193589</c:v>
                </c:pt>
                <c:pt idx="32">
                  <c:v>89.955471842193589</c:v>
                </c:pt>
                <c:pt idx="33">
                  <c:v>89.955471842193589</c:v>
                </c:pt>
                <c:pt idx="34">
                  <c:v>89.955471842193589</c:v>
                </c:pt>
                <c:pt idx="35">
                  <c:v>89.955471842193589</c:v>
                </c:pt>
                <c:pt idx="36">
                  <c:v>89.955471842193589</c:v>
                </c:pt>
                <c:pt idx="37">
                  <c:v>89.955471842193589</c:v>
                </c:pt>
                <c:pt idx="38">
                  <c:v>89.955471842193589</c:v>
                </c:pt>
                <c:pt idx="39">
                  <c:v>89.955471842193589</c:v>
                </c:pt>
                <c:pt idx="40">
                  <c:v>89.955471842193589</c:v>
                </c:pt>
                <c:pt idx="41">
                  <c:v>89.955471842193589</c:v>
                </c:pt>
                <c:pt idx="42">
                  <c:v>89.955471842193589</c:v>
                </c:pt>
                <c:pt idx="43">
                  <c:v>89.955471842193589</c:v>
                </c:pt>
                <c:pt idx="44">
                  <c:v>89.955471842193589</c:v>
                </c:pt>
                <c:pt idx="45">
                  <c:v>89.955471842193589</c:v>
                </c:pt>
                <c:pt idx="46">
                  <c:v>89.955471842193589</c:v>
                </c:pt>
                <c:pt idx="47">
                  <c:v>89.955471842193589</c:v>
                </c:pt>
                <c:pt idx="48">
                  <c:v>89.955471842193589</c:v>
                </c:pt>
                <c:pt idx="49">
                  <c:v>89.955471842193589</c:v>
                </c:pt>
                <c:pt idx="50">
                  <c:v>89.955471842193589</c:v>
                </c:pt>
                <c:pt idx="51">
                  <c:v>89.955471842193589</c:v>
                </c:pt>
                <c:pt idx="52">
                  <c:v>89.955471842193589</c:v>
                </c:pt>
                <c:pt idx="53">
                  <c:v>89.955471842193589</c:v>
                </c:pt>
                <c:pt idx="54">
                  <c:v>89.955471842193589</c:v>
                </c:pt>
                <c:pt idx="55">
                  <c:v>89.955471842193589</c:v>
                </c:pt>
                <c:pt idx="56">
                  <c:v>89.955471842193589</c:v>
                </c:pt>
                <c:pt idx="57">
                  <c:v>89.955471842193589</c:v>
                </c:pt>
                <c:pt idx="58">
                  <c:v>89.955471842193589</c:v>
                </c:pt>
                <c:pt idx="59">
                  <c:v>89.955471842193589</c:v>
                </c:pt>
                <c:pt idx="60">
                  <c:v>89.955471842193589</c:v>
                </c:pt>
                <c:pt idx="61">
                  <c:v>89.955471842193589</c:v>
                </c:pt>
                <c:pt idx="62">
                  <c:v>89.955471842193589</c:v>
                </c:pt>
                <c:pt idx="63">
                  <c:v>89.955471842193589</c:v>
                </c:pt>
                <c:pt idx="64">
                  <c:v>89.955471842193589</c:v>
                </c:pt>
                <c:pt idx="65">
                  <c:v>89.955471842193589</c:v>
                </c:pt>
                <c:pt idx="66">
                  <c:v>89.955471842193589</c:v>
                </c:pt>
                <c:pt idx="67">
                  <c:v>89.955471842193589</c:v>
                </c:pt>
                <c:pt idx="68">
                  <c:v>89.955471842193589</c:v>
                </c:pt>
                <c:pt idx="69">
                  <c:v>89.955471842193589</c:v>
                </c:pt>
                <c:pt idx="70">
                  <c:v>89.955471842193589</c:v>
                </c:pt>
                <c:pt idx="71">
                  <c:v>89.955471842193589</c:v>
                </c:pt>
                <c:pt idx="72">
                  <c:v>89.955471842193589</c:v>
                </c:pt>
                <c:pt idx="73">
                  <c:v>89.955471842193589</c:v>
                </c:pt>
                <c:pt idx="74">
                  <c:v>89.955471842193589</c:v>
                </c:pt>
                <c:pt idx="75">
                  <c:v>89.955471842193589</c:v>
                </c:pt>
                <c:pt idx="76">
                  <c:v>89.955471842193589</c:v>
                </c:pt>
                <c:pt idx="77">
                  <c:v>89.955471842193589</c:v>
                </c:pt>
                <c:pt idx="78">
                  <c:v>89.955471842193589</c:v>
                </c:pt>
                <c:pt idx="79">
                  <c:v>89.955471842193589</c:v>
                </c:pt>
                <c:pt idx="80">
                  <c:v>89.955471842193589</c:v>
                </c:pt>
                <c:pt idx="81">
                  <c:v>89.955471842193589</c:v>
                </c:pt>
                <c:pt idx="82">
                  <c:v>89.955471842193589</c:v>
                </c:pt>
                <c:pt idx="83">
                  <c:v>89.955471842193589</c:v>
                </c:pt>
                <c:pt idx="84">
                  <c:v>89.955471842193589</c:v>
                </c:pt>
                <c:pt idx="85">
                  <c:v>89.955471842193589</c:v>
                </c:pt>
                <c:pt idx="86">
                  <c:v>89.955471842193589</c:v>
                </c:pt>
                <c:pt idx="87">
                  <c:v>89.955471842193589</c:v>
                </c:pt>
                <c:pt idx="88">
                  <c:v>89.955471842193589</c:v>
                </c:pt>
                <c:pt idx="89">
                  <c:v>89.955471842193589</c:v>
                </c:pt>
                <c:pt idx="90">
                  <c:v>89.955471842193589</c:v>
                </c:pt>
                <c:pt idx="91">
                  <c:v>89.955471842193589</c:v>
                </c:pt>
                <c:pt idx="92">
                  <c:v>89.955471842193589</c:v>
                </c:pt>
                <c:pt idx="93">
                  <c:v>89.955471842193589</c:v>
                </c:pt>
                <c:pt idx="94">
                  <c:v>89.955471842193589</c:v>
                </c:pt>
                <c:pt idx="95">
                  <c:v>89.955471842193589</c:v>
                </c:pt>
                <c:pt idx="96">
                  <c:v>89.955471842193589</c:v>
                </c:pt>
                <c:pt idx="97">
                  <c:v>89.955471842193589</c:v>
                </c:pt>
                <c:pt idx="98">
                  <c:v>89.955471842193589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59-7846-A26F-5B731840B4CF}"/>
            </c:ext>
          </c:extLst>
        </c:ser>
        <c:ser>
          <c:idx val="2"/>
          <c:order val="2"/>
          <c:tx>
            <c:v>mean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Foglio1!$A$2:$A$101</c:f>
              <c:numCache>
                <c:formatCode>mmm\-yy</c:formatCode>
                <c:ptCount val="100"/>
                <c:pt idx="0">
                  <c:v>41395</c:v>
                </c:pt>
                <c:pt idx="1">
                  <c:v>41426</c:v>
                </c:pt>
                <c:pt idx="2">
                  <c:v>41456</c:v>
                </c:pt>
                <c:pt idx="3">
                  <c:v>41487</c:v>
                </c:pt>
                <c:pt idx="4">
                  <c:v>41518</c:v>
                </c:pt>
                <c:pt idx="5">
                  <c:v>41548</c:v>
                </c:pt>
                <c:pt idx="6">
                  <c:v>41579</c:v>
                </c:pt>
                <c:pt idx="7">
                  <c:v>41609</c:v>
                </c:pt>
                <c:pt idx="8">
                  <c:v>41640</c:v>
                </c:pt>
                <c:pt idx="9">
                  <c:v>41671</c:v>
                </c:pt>
                <c:pt idx="10">
                  <c:v>41699</c:v>
                </c:pt>
                <c:pt idx="11">
                  <c:v>41730</c:v>
                </c:pt>
                <c:pt idx="12">
                  <c:v>41760</c:v>
                </c:pt>
                <c:pt idx="13">
                  <c:v>41791</c:v>
                </c:pt>
                <c:pt idx="14">
                  <c:v>41821</c:v>
                </c:pt>
                <c:pt idx="15">
                  <c:v>41852</c:v>
                </c:pt>
                <c:pt idx="16">
                  <c:v>41883</c:v>
                </c:pt>
                <c:pt idx="17">
                  <c:v>41913</c:v>
                </c:pt>
                <c:pt idx="18">
                  <c:v>41944</c:v>
                </c:pt>
                <c:pt idx="19">
                  <c:v>41974</c:v>
                </c:pt>
                <c:pt idx="20">
                  <c:v>42005</c:v>
                </c:pt>
                <c:pt idx="21">
                  <c:v>42036</c:v>
                </c:pt>
                <c:pt idx="22">
                  <c:v>42064</c:v>
                </c:pt>
                <c:pt idx="23">
                  <c:v>42095</c:v>
                </c:pt>
                <c:pt idx="24">
                  <c:v>42125</c:v>
                </c:pt>
                <c:pt idx="25">
                  <c:v>42156</c:v>
                </c:pt>
                <c:pt idx="26">
                  <c:v>42186</c:v>
                </c:pt>
                <c:pt idx="27">
                  <c:v>42217</c:v>
                </c:pt>
                <c:pt idx="28">
                  <c:v>42248</c:v>
                </c:pt>
                <c:pt idx="29">
                  <c:v>42278</c:v>
                </c:pt>
                <c:pt idx="30">
                  <c:v>42309</c:v>
                </c:pt>
                <c:pt idx="31">
                  <c:v>42339</c:v>
                </c:pt>
                <c:pt idx="32">
                  <c:v>42370</c:v>
                </c:pt>
                <c:pt idx="33">
                  <c:v>42401</c:v>
                </c:pt>
                <c:pt idx="34">
                  <c:v>42430</c:v>
                </c:pt>
                <c:pt idx="35">
                  <c:v>42461</c:v>
                </c:pt>
                <c:pt idx="36">
                  <c:v>42491</c:v>
                </c:pt>
                <c:pt idx="37">
                  <c:v>42522</c:v>
                </c:pt>
                <c:pt idx="38">
                  <c:v>42552</c:v>
                </c:pt>
                <c:pt idx="39">
                  <c:v>42583</c:v>
                </c:pt>
                <c:pt idx="40">
                  <c:v>42614</c:v>
                </c:pt>
                <c:pt idx="41">
                  <c:v>42644</c:v>
                </c:pt>
                <c:pt idx="42">
                  <c:v>42675</c:v>
                </c:pt>
                <c:pt idx="43">
                  <c:v>42705</c:v>
                </c:pt>
                <c:pt idx="44">
                  <c:v>42736</c:v>
                </c:pt>
                <c:pt idx="45">
                  <c:v>42767</c:v>
                </c:pt>
                <c:pt idx="46">
                  <c:v>42795</c:v>
                </c:pt>
                <c:pt idx="47">
                  <c:v>42826</c:v>
                </c:pt>
                <c:pt idx="48">
                  <c:v>42856</c:v>
                </c:pt>
                <c:pt idx="49">
                  <c:v>42887</c:v>
                </c:pt>
                <c:pt idx="50">
                  <c:v>42917</c:v>
                </c:pt>
                <c:pt idx="51">
                  <c:v>42948</c:v>
                </c:pt>
                <c:pt idx="52">
                  <c:v>42979</c:v>
                </c:pt>
                <c:pt idx="53">
                  <c:v>43009</c:v>
                </c:pt>
                <c:pt idx="54">
                  <c:v>43040</c:v>
                </c:pt>
                <c:pt idx="55">
                  <c:v>43070</c:v>
                </c:pt>
                <c:pt idx="56">
                  <c:v>43101</c:v>
                </c:pt>
                <c:pt idx="57">
                  <c:v>43132</c:v>
                </c:pt>
                <c:pt idx="58">
                  <c:v>43160</c:v>
                </c:pt>
                <c:pt idx="59">
                  <c:v>43191</c:v>
                </c:pt>
                <c:pt idx="60">
                  <c:v>43221</c:v>
                </c:pt>
                <c:pt idx="61">
                  <c:v>43252</c:v>
                </c:pt>
                <c:pt idx="62">
                  <c:v>43282</c:v>
                </c:pt>
                <c:pt idx="63">
                  <c:v>43313</c:v>
                </c:pt>
              </c:numCache>
            </c:numRef>
          </c:cat>
          <c:val>
            <c:numRef>
              <c:f>Foglio1!$F$2:$F$100</c:f>
              <c:numCache>
                <c:formatCode>0.0000</c:formatCode>
                <c:ptCount val="99"/>
                <c:pt idx="0">
                  <c:v>24.296875</c:v>
                </c:pt>
                <c:pt idx="1">
                  <c:v>24.296875</c:v>
                </c:pt>
                <c:pt idx="2">
                  <c:v>24.296875</c:v>
                </c:pt>
                <c:pt idx="3">
                  <c:v>24.296875</c:v>
                </c:pt>
                <c:pt idx="4">
                  <c:v>24.296875</c:v>
                </c:pt>
                <c:pt idx="5">
                  <c:v>24.296875</c:v>
                </c:pt>
                <c:pt idx="6">
                  <c:v>24.296875</c:v>
                </c:pt>
                <c:pt idx="7">
                  <c:v>24.296875</c:v>
                </c:pt>
                <c:pt idx="8">
                  <c:v>24.296875</c:v>
                </c:pt>
                <c:pt idx="9">
                  <c:v>24.296875</c:v>
                </c:pt>
                <c:pt idx="10">
                  <c:v>24.296875</c:v>
                </c:pt>
                <c:pt idx="11">
                  <c:v>24.296875</c:v>
                </c:pt>
                <c:pt idx="12">
                  <c:v>24.296875</c:v>
                </c:pt>
                <c:pt idx="13">
                  <c:v>24.296875</c:v>
                </c:pt>
                <c:pt idx="14">
                  <c:v>24.296875</c:v>
                </c:pt>
                <c:pt idx="15">
                  <c:v>24.296875</c:v>
                </c:pt>
                <c:pt idx="16">
                  <c:v>24.296875</c:v>
                </c:pt>
                <c:pt idx="17">
                  <c:v>24.296875</c:v>
                </c:pt>
                <c:pt idx="18">
                  <c:v>24.296875</c:v>
                </c:pt>
                <c:pt idx="19">
                  <c:v>24.296875</c:v>
                </c:pt>
                <c:pt idx="20">
                  <c:v>24.296875</c:v>
                </c:pt>
                <c:pt idx="21">
                  <c:v>24.296875</c:v>
                </c:pt>
                <c:pt idx="22">
                  <c:v>24.296875</c:v>
                </c:pt>
                <c:pt idx="23">
                  <c:v>24.296875</c:v>
                </c:pt>
                <c:pt idx="24">
                  <c:v>24.296875</c:v>
                </c:pt>
                <c:pt idx="25">
                  <c:v>24.296875</c:v>
                </c:pt>
                <c:pt idx="26">
                  <c:v>24.296875</c:v>
                </c:pt>
                <c:pt idx="27">
                  <c:v>24.296875</c:v>
                </c:pt>
                <c:pt idx="28">
                  <c:v>24.296875</c:v>
                </c:pt>
                <c:pt idx="29">
                  <c:v>24.296875</c:v>
                </c:pt>
                <c:pt idx="30">
                  <c:v>24.296875</c:v>
                </c:pt>
                <c:pt idx="31">
                  <c:v>24.296875</c:v>
                </c:pt>
                <c:pt idx="32">
                  <c:v>24.296875</c:v>
                </c:pt>
                <c:pt idx="33">
                  <c:v>24.296875</c:v>
                </c:pt>
                <c:pt idx="34">
                  <c:v>24.296875</c:v>
                </c:pt>
                <c:pt idx="35">
                  <c:v>24.296875</c:v>
                </c:pt>
                <c:pt idx="36">
                  <c:v>24.296875</c:v>
                </c:pt>
                <c:pt idx="37">
                  <c:v>24.296875</c:v>
                </c:pt>
                <c:pt idx="38">
                  <c:v>24.296875</c:v>
                </c:pt>
                <c:pt idx="39">
                  <c:v>24.296875</c:v>
                </c:pt>
                <c:pt idx="40">
                  <c:v>24.296875</c:v>
                </c:pt>
                <c:pt idx="41">
                  <c:v>24.296875</c:v>
                </c:pt>
                <c:pt idx="42">
                  <c:v>24.296875</c:v>
                </c:pt>
                <c:pt idx="43">
                  <c:v>24.296875</c:v>
                </c:pt>
                <c:pt idx="44">
                  <c:v>24.296875</c:v>
                </c:pt>
                <c:pt idx="45">
                  <c:v>24.296875</c:v>
                </c:pt>
                <c:pt idx="46">
                  <c:v>24.296875</c:v>
                </c:pt>
                <c:pt idx="47">
                  <c:v>24.296875</c:v>
                </c:pt>
                <c:pt idx="48">
                  <c:v>24.296875</c:v>
                </c:pt>
                <c:pt idx="49">
                  <c:v>24.296875</c:v>
                </c:pt>
                <c:pt idx="50">
                  <c:v>24.296875</c:v>
                </c:pt>
                <c:pt idx="51">
                  <c:v>24.296875</c:v>
                </c:pt>
                <c:pt idx="52">
                  <c:v>24.296875</c:v>
                </c:pt>
                <c:pt idx="53">
                  <c:v>24.296875</c:v>
                </c:pt>
                <c:pt idx="54">
                  <c:v>24.296875</c:v>
                </c:pt>
                <c:pt idx="55">
                  <c:v>24.296875</c:v>
                </c:pt>
                <c:pt idx="56">
                  <c:v>24.296875</c:v>
                </c:pt>
                <c:pt idx="57">
                  <c:v>24.296875</c:v>
                </c:pt>
                <c:pt idx="58">
                  <c:v>24.296875</c:v>
                </c:pt>
                <c:pt idx="59">
                  <c:v>24.296875</c:v>
                </c:pt>
                <c:pt idx="60">
                  <c:v>24.296875</c:v>
                </c:pt>
                <c:pt idx="61">
                  <c:v>24.296875</c:v>
                </c:pt>
                <c:pt idx="62">
                  <c:v>24.296875</c:v>
                </c:pt>
                <c:pt idx="63">
                  <c:v>24.296875</c:v>
                </c:pt>
                <c:pt idx="64">
                  <c:v>24.296875</c:v>
                </c:pt>
                <c:pt idx="65">
                  <c:v>24.296875</c:v>
                </c:pt>
                <c:pt idx="66">
                  <c:v>24.296875</c:v>
                </c:pt>
                <c:pt idx="67">
                  <c:v>24.296875</c:v>
                </c:pt>
                <c:pt idx="68">
                  <c:v>24.296875</c:v>
                </c:pt>
                <c:pt idx="69">
                  <c:v>24.296875</c:v>
                </c:pt>
                <c:pt idx="70">
                  <c:v>24.296875</c:v>
                </c:pt>
                <c:pt idx="71">
                  <c:v>24.296875</c:v>
                </c:pt>
                <c:pt idx="72">
                  <c:v>24.296875</c:v>
                </c:pt>
                <c:pt idx="73">
                  <c:v>24.296875</c:v>
                </c:pt>
                <c:pt idx="74">
                  <c:v>24.296875</c:v>
                </c:pt>
                <c:pt idx="75">
                  <c:v>24.296875</c:v>
                </c:pt>
                <c:pt idx="76">
                  <c:v>24.296875</c:v>
                </c:pt>
                <c:pt idx="77">
                  <c:v>24.296875</c:v>
                </c:pt>
                <c:pt idx="78">
                  <c:v>24.296875</c:v>
                </c:pt>
                <c:pt idx="79">
                  <c:v>24.296875</c:v>
                </c:pt>
                <c:pt idx="80">
                  <c:v>24.296875</c:v>
                </c:pt>
                <c:pt idx="81">
                  <c:v>24.296875</c:v>
                </c:pt>
                <c:pt idx="82">
                  <c:v>24.296875</c:v>
                </c:pt>
                <c:pt idx="83">
                  <c:v>24.296875</c:v>
                </c:pt>
                <c:pt idx="84">
                  <c:v>24.296875</c:v>
                </c:pt>
                <c:pt idx="85">
                  <c:v>24.296875</c:v>
                </c:pt>
                <c:pt idx="86">
                  <c:v>24.296875</c:v>
                </c:pt>
                <c:pt idx="87">
                  <c:v>24.296875</c:v>
                </c:pt>
                <c:pt idx="88">
                  <c:v>24.296875</c:v>
                </c:pt>
                <c:pt idx="89">
                  <c:v>24.296875</c:v>
                </c:pt>
                <c:pt idx="90">
                  <c:v>24.296875</c:v>
                </c:pt>
                <c:pt idx="91">
                  <c:v>24.296875</c:v>
                </c:pt>
                <c:pt idx="92">
                  <c:v>24.296875</c:v>
                </c:pt>
                <c:pt idx="93">
                  <c:v>24.296875</c:v>
                </c:pt>
                <c:pt idx="94">
                  <c:v>24.296875</c:v>
                </c:pt>
                <c:pt idx="95">
                  <c:v>24.296875</c:v>
                </c:pt>
                <c:pt idx="96">
                  <c:v>24.296875</c:v>
                </c:pt>
                <c:pt idx="97">
                  <c:v>24.296875</c:v>
                </c:pt>
                <c:pt idx="98">
                  <c:v>24.296875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59-7846-A26F-5B731840B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6875199"/>
        <c:axId val="326876847"/>
      </c:lineChart>
      <c:dateAx>
        <c:axId val="326875199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26876847"/>
        <c:crosses val="autoZero"/>
        <c:auto val="1"/>
        <c:lblOffset val="100"/>
        <c:baseTimeUnit val="months"/>
      </c:dateAx>
      <c:valAx>
        <c:axId val="326876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26875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580B7B-A57A-40BD-AC84-0C226361D062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0C29610-3833-45CB-BAFA-C96C410FEB54}">
      <dgm:prSet/>
      <dgm:spPr/>
      <dgm:t>
        <a:bodyPr/>
        <a:lstStyle/>
        <a:p>
          <a:r>
            <a:rPr lang="it-IT" dirty="0"/>
            <a:t>Introduzione</a:t>
          </a:r>
          <a:endParaRPr lang="en-US" dirty="0"/>
        </a:p>
      </dgm:t>
    </dgm:pt>
    <dgm:pt modelId="{798447A9-9164-4A28-A052-E1749DD1F075}" type="parTrans" cxnId="{AE548353-D47E-4FB7-ACFB-681757B7D762}">
      <dgm:prSet/>
      <dgm:spPr/>
      <dgm:t>
        <a:bodyPr/>
        <a:lstStyle/>
        <a:p>
          <a:endParaRPr lang="en-US"/>
        </a:p>
      </dgm:t>
    </dgm:pt>
    <dgm:pt modelId="{1A3500D7-0A14-46FE-9C4F-D64D0E576506}" type="sibTrans" cxnId="{AE548353-D47E-4FB7-ACFB-681757B7D762}">
      <dgm:prSet/>
      <dgm:spPr/>
      <dgm:t>
        <a:bodyPr/>
        <a:lstStyle/>
        <a:p>
          <a:endParaRPr lang="en-US"/>
        </a:p>
      </dgm:t>
    </dgm:pt>
    <dgm:pt modelId="{CEA89077-202F-4750-9B7D-39D9528C5758}">
      <dgm:prSet/>
      <dgm:spPr/>
      <dgm:t>
        <a:bodyPr/>
        <a:lstStyle/>
        <a:p>
          <a:r>
            <a:rPr lang="it-IT" dirty="0" err="1"/>
            <a:t>Jira</a:t>
          </a:r>
          <a:r>
            <a:rPr lang="it-IT" dirty="0"/>
            <a:t> API</a:t>
          </a:r>
          <a:endParaRPr lang="en-US" dirty="0"/>
        </a:p>
      </dgm:t>
    </dgm:pt>
    <dgm:pt modelId="{1558B697-3726-4ADC-B964-E557EB5C2E1D}" type="parTrans" cxnId="{9EE10F2F-6D0D-491A-AAA0-4FF26886C4E9}">
      <dgm:prSet/>
      <dgm:spPr/>
      <dgm:t>
        <a:bodyPr/>
        <a:lstStyle/>
        <a:p>
          <a:endParaRPr lang="en-US"/>
        </a:p>
      </dgm:t>
    </dgm:pt>
    <dgm:pt modelId="{4A851942-17C0-463E-A0AA-5B8F254271A8}" type="sibTrans" cxnId="{9EE10F2F-6D0D-491A-AAA0-4FF26886C4E9}">
      <dgm:prSet/>
      <dgm:spPr/>
      <dgm:t>
        <a:bodyPr/>
        <a:lstStyle/>
        <a:p>
          <a:endParaRPr lang="en-US"/>
        </a:p>
      </dgm:t>
    </dgm:pt>
    <dgm:pt modelId="{E26D9582-427F-4398-A36D-D2C4F36F9304}">
      <dgm:prSet/>
      <dgm:spPr/>
      <dgm:t>
        <a:bodyPr/>
        <a:lstStyle/>
        <a:p>
          <a:r>
            <a:rPr lang="it-IT" dirty="0" err="1"/>
            <a:t>Process</a:t>
          </a:r>
          <a:r>
            <a:rPr lang="it-IT" dirty="0"/>
            <a:t> control chart</a:t>
          </a:r>
          <a:endParaRPr lang="en-US" dirty="0"/>
        </a:p>
      </dgm:t>
    </dgm:pt>
    <dgm:pt modelId="{6BE33360-1352-45B5-8B20-0549BC21B2C4}" type="parTrans" cxnId="{4D85A839-884A-4A4B-B0E4-9C925477B6B4}">
      <dgm:prSet/>
      <dgm:spPr/>
      <dgm:t>
        <a:bodyPr/>
        <a:lstStyle/>
        <a:p>
          <a:endParaRPr lang="en-US"/>
        </a:p>
      </dgm:t>
    </dgm:pt>
    <dgm:pt modelId="{88BFC21A-3E62-4184-B679-27A91EE9D1E1}" type="sibTrans" cxnId="{4D85A839-884A-4A4B-B0E4-9C925477B6B4}">
      <dgm:prSet/>
      <dgm:spPr/>
      <dgm:t>
        <a:bodyPr/>
        <a:lstStyle/>
        <a:p>
          <a:endParaRPr lang="en-US"/>
        </a:p>
      </dgm:t>
    </dgm:pt>
    <dgm:pt modelId="{895EF30E-854F-9047-85A1-2B12A024C4E3}">
      <dgm:prSet/>
      <dgm:spPr/>
      <dgm:t>
        <a:bodyPr/>
        <a:lstStyle/>
        <a:p>
          <a:r>
            <a:rPr lang="it-IT" dirty="0" err="1"/>
            <a:t>SonarCloud</a:t>
          </a:r>
          <a:r>
            <a:rPr lang="it-IT" dirty="0"/>
            <a:t> e </a:t>
          </a:r>
          <a:r>
            <a:rPr lang="it-IT" dirty="0" err="1"/>
            <a:t>GitHub</a:t>
          </a:r>
          <a:endParaRPr lang="it-IT" dirty="0"/>
        </a:p>
      </dgm:t>
    </dgm:pt>
    <dgm:pt modelId="{66597FE8-EF07-AD47-AE8A-2290546F17A8}" type="parTrans" cxnId="{71A7C380-1069-E048-8688-C3D7363B4689}">
      <dgm:prSet/>
      <dgm:spPr/>
      <dgm:t>
        <a:bodyPr/>
        <a:lstStyle/>
        <a:p>
          <a:endParaRPr lang="it-IT"/>
        </a:p>
      </dgm:t>
    </dgm:pt>
    <dgm:pt modelId="{1314D2B7-5AA5-3F4C-9410-E03D4F5E9551}" type="sibTrans" cxnId="{71A7C380-1069-E048-8688-C3D7363B4689}">
      <dgm:prSet/>
      <dgm:spPr/>
      <dgm:t>
        <a:bodyPr/>
        <a:lstStyle/>
        <a:p>
          <a:endParaRPr lang="it-IT"/>
        </a:p>
      </dgm:t>
    </dgm:pt>
    <dgm:pt modelId="{59FB43F3-1967-9B49-B913-07289A3E7106}" type="pres">
      <dgm:prSet presAssocID="{B6580B7B-A57A-40BD-AC84-0C226361D062}" presName="vert0" presStyleCnt="0">
        <dgm:presLayoutVars>
          <dgm:dir/>
          <dgm:animOne val="branch"/>
          <dgm:animLvl val="lvl"/>
        </dgm:presLayoutVars>
      </dgm:prSet>
      <dgm:spPr/>
    </dgm:pt>
    <dgm:pt modelId="{5F23C79F-DD72-E648-88D1-056A3DAABFF1}" type="pres">
      <dgm:prSet presAssocID="{D0C29610-3833-45CB-BAFA-C96C410FEB54}" presName="thickLine" presStyleLbl="alignNode1" presStyleIdx="0" presStyleCnt="4"/>
      <dgm:spPr/>
    </dgm:pt>
    <dgm:pt modelId="{64C29964-B3AF-824D-9C2B-FF503F15EC82}" type="pres">
      <dgm:prSet presAssocID="{D0C29610-3833-45CB-BAFA-C96C410FEB54}" presName="horz1" presStyleCnt="0"/>
      <dgm:spPr/>
    </dgm:pt>
    <dgm:pt modelId="{DB26E74A-8AEE-2041-97CA-1D107B810917}" type="pres">
      <dgm:prSet presAssocID="{D0C29610-3833-45CB-BAFA-C96C410FEB54}" presName="tx1" presStyleLbl="revTx" presStyleIdx="0" presStyleCnt="4"/>
      <dgm:spPr/>
    </dgm:pt>
    <dgm:pt modelId="{0BF4EE04-C492-6D41-A29C-438577D77EE9}" type="pres">
      <dgm:prSet presAssocID="{D0C29610-3833-45CB-BAFA-C96C410FEB54}" presName="vert1" presStyleCnt="0"/>
      <dgm:spPr/>
    </dgm:pt>
    <dgm:pt modelId="{6A6359BF-45B7-184A-831A-F1F9801B73E7}" type="pres">
      <dgm:prSet presAssocID="{CEA89077-202F-4750-9B7D-39D9528C5758}" presName="thickLine" presStyleLbl="alignNode1" presStyleIdx="1" presStyleCnt="4"/>
      <dgm:spPr/>
    </dgm:pt>
    <dgm:pt modelId="{D8CFCF6A-4F29-234D-93C1-4D589A614D6B}" type="pres">
      <dgm:prSet presAssocID="{CEA89077-202F-4750-9B7D-39D9528C5758}" presName="horz1" presStyleCnt="0"/>
      <dgm:spPr/>
    </dgm:pt>
    <dgm:pt modelId="{0393CB0B-24C9-0548-8099-EBE272E43F4C}" type="pres">
      <dgm:prSet presAssocID="{CEA89077-202F-4750-9B7D-39D9528C5758}" presName="tx1" presStyleLbl="revTx" presStyleIdx="1" presStyleCnt="4"/>
      <dgm:spPr/>
    </dgm:pt>
    <dgm:pt modelId="{4DE4E997-D008-AD4F-84C5-5F9AF7D11EA1}" type="pres">
      <dgm:prSet presAssocID="{CEA89077-202F-4750-9B7D-39D9528C5758}" presName="vert1" presStyleCnt="0"/>
      <dgm:spPr/>
    </dgm:pt>
    <dgm:pt modelId="{92720793-0472-4A4A-9418-C5B6764B2C40}" type="pres">
      <dgm:prSet presAssocID="{E26D9582-427F-4398-A36D-D2C4F36F9304}" presName="thickLine" presStyleLbl="alignNode1" presStyleIdx="2" presStyleCnt="4"/>
      <dgm:spPr/>
    </dgm:pt>
    <dgm:pt modelId="{CEC7814C-7F57-A846-8AA1-968E4F0B8CAA}" type="pres">
      <dgm:prSet presAssocID="{E26D9582-427F-4398-A36D-D2C4F36F9304}" presName="horz1" presStyleCnt="0"/>
      <dgm:spPr/>
    </dgm:pt>
    <dgm:pt modelId="{31EA6F73-D015-144E-8CF7-D7FFFE4DDADA}" type="pres">
      <dgm:prSet presAssocID="{E26D9582-427F-4398-A36D-D2C4F36F9304}" presName="tx1" presStyleLbl="revTx" presStyleIdx="2" presStyleCnt="4"/>
      <dgm:spPr/>
    </dgm:pt>
    <dgm:pt modelId="{CAE7F83C-4924-F146-B252-DBC9187E3733}" type="pres">
      <dgm:prSet presAssocID="{E26D9582-427F-4398-A36D-D2C4F36F9304}" presName="vert1" presStyleCnt="0"/>
      <dgm:spPr/>
    </dgm:pt>
    <dgm:pt modelId="{2AD145EE-2A4B-BD4F-ADC5-F0DEA8729D37}" type="pres">
      <dgm:prSet presAssocID="{895EF30E-854F-9047-85A1-2B12A024C4E3}" presName="thickLine" presStyleLbl="alignNode1" presStyleIdx="3" presStyleCnt="4"/>
      <dgm:spPr/>
    </dgm:pt>
    <dgm:pt modelId="{A6F2CA49-C48A-0C4C-A158-D12819983A64}" type="pres">
      <dgm:prSet presAssocID="{895EF30E-854F-9047-85A1-2B12A024C4E3}" presName="horz1" presStyleCnt="0"/>
      <dgm:spPr/>
    </dgm:pt>
    <dgm:pt modelId="{6EF7E28C-21FA-A045-BAFA-B7A5198F56FD}" type="pres">
      <dgm:prSet presAssocID="{895EF30E-854F-9047-85A1-2B12A024C4E3}" presName="tx1" presStyleLbl="revTx" presStyleIdx="3" presStyleCnt="4"/>
      <dgm:spPr/>
    </dgm:pt>
    <dgm:pt modelId="{7C092243-B823-FF43-A7B2-0ACA402F0B44}" type="pres">
      <dgm:prSet presAssocID="{895EF30E-854F-9047-85A1-2B12A024C4E3}" presName="vert1" presStyleCnt="0"/>
      <dgm:spPr/>
    </dgm:pt>
  </dgm:ptLst>
  <dgm:cxnLst>
    <dgm:cxn modelId="{9EE10F2F-6D0D-491A-AAA0-4FF26886C4E9}" srcId="{B6580B7B-A57A-40BD-AC84-0C226361D062}" destId="{CEA89077-202F-4750-9B7D-39D9528C5758}" srcOrd="1" destOrd="0" parTransId="{1558B697-3726-4ADC-B964-E557EB5C2E1D}" sibTransId="{4A851942-17C0-463E-A0AA-5B8F254271A8}"/>
    <dgm:cxn modelId="{CDFA1E31-4DAA-2040-975B-3948D7E1005F}" type="presOf" srcId="{895EF30E-854F-9047-85A1-2B12A024C4E3}" destId="{6EF7E28C-21FA-A045-BAFA-B7A5198F56FD}" srcOrd="0" destOrd="0" presId="urn:microsoft.com/office/officeart/2008/layout/LinedList"/>
    <dgm:cxn modelId="{4D85A839-884A-4A4B-B0E4-9C925477B6B4}" srcId="{B6580B7B-A57A-40BD-AC84-0C226361D062}" destId="{E26D9582-427F-4398-A36D-D2C4F36F9304}" srcOrd="2" destOrd="0" parTransId="{6BE33360-1352-45B5-8B20-0549BC21B2C4}" sibTransId="{88BFC21A-3E62-4184-B679-27A91EE9D1E1}"/>
    <dgm:cxn modelId="{C64F5E3D-9672-AC49-8A60-B5B0BC1F498C}" type="presOf" srcId="{E26D9582-427F-4398-A36D-D2C4F36F9304}" destId="{31EA6F73-D015-144E-8CF7-D7FFFE4DDADA}" srcOrd="0" destOrd="0" presId="urn:microsoft.com/office/officeart/2008/layout/LinedList"/>
    <dgm:cxn modelId="{AE548353-D47E-4FB7-ACFB-681757B7D762}" srcId="{B6580B7B-A57A-40BD-AC84-0C226361D062}" destId="{D0C29610-3833-45CB-BAFA-C96C410FEB54}" srcOrd="0" destOrd="0" parTransId="{798447A9-9164-4A28-A052-E1749DD1F075}" sibTransId="{1A3500D7-0A14-46FE-9C4F-D64D0E576506}"/>
    <dgm:cxn modelId="{627DBE77-AA36-5C48-830B-E0F539601FB4}" type="presOf" srcId="{CEA89077-202F-4750-9B7D-39D9528C5758}" destId="{0393CB0B-24C9-0548-8099-EBE272E43F4C}" srcOrd="0" destOrd="0" presId="urn:microsoft.com/office/officeart/2008/layout/LinedList"/>
    <dgm:cxn modelId="{71A7C380-1069-E048-8688-C3D7363B4689}" srcId="{B6580B7B-A57A-40BD-AC84-0C226361D062}" destId="{895EF30E-854F-9047-85A1-2B12A024C4E3}" srcOrd="3" destOrd="0" parTransId="{66597FE8-EF07-AD47-AE8A-2290546F17A8}" sibTransId="{1314D2B7-5AA5-3F4C-9410-E03D4F5E9551}"/>
    <dgm:cxn modelId="{0A584CCC-C657-374A-8523-3C7A05DA26BE}" type="presOf" srcId="{D0C29610-3833-45CB-BAFA-C96C410FEB54}" destId="{DB26E74A-8AEE-2041-97CA-1D107B810917}" srcOrd="0" destOrd="0" presId="urn:microsoft.com/office/officeart/2008/layout/LinedList"/>
    <dgm:cxn modelId="{BC87D7D2-ED4C-0A45-8005-09F375A0B32B}" type="presOf" srcId="{B6580B7B-A57A-40BD-AC84-0C226361D062}" destId="{59FB43F3-1967-9B49-B913-07289A3E7106}" srcOrd="0" destOrd="0" presId="urn:microsoft.com/office/officeart/2008/layout/LinedList"/>
    <dgm:cxn modelId="{042E99E3-1C08-9142-BC6E-15C7AC060376}" type="presParOf" srcId="{59FB43F3-1967-9B49-B913-07289A3E7106}" destId="{5F23C79F-DD72-E648-88D1-056A3DAABFF1}" srcOrd="0" destOrd="0" presId="urn:microsoft.com/office/officeart/2008/layout/LinedList"/>
    <dgm:cxn modelId="{D853F0B6-A312-BC46-B7F5-BDF8731DC5C6}" type="presParOf" srcId="{59FB43F3-1967-9B49-B913-07289A3E7106}" destId="{64C29964-B3AF-824D-9C2B-FF503F15EC82}" srcOrd="1" destOrd="0" presId="urn:microsoft.com/office/officeart/2008/layout/LinedList"/>
    <dgm:cxn modelId="{51922C82-33BB-0A49-9736-A904A727AA9E}" type="presParOf" srcId="{64C29964-B3AF-824D-9C2B-FF503F15EC82}" destId="{DB26E74A-8AEE-2041-97CA-1D107B810917}" srcOrd="0" destOrd="0" presId="urn:microsoft.com/office/officeart/2008/layout/LinedList"/>
    <dgm:cxn modelId="{EED54180-0FB5-9F41-9412-848C24C90219}" type="presParOf" srcId="{64C29964-B3AF-824D-9C2B-FF503F15EC82}" destId="{0BF4EE04-C492-6D41-A29C-438577D77EE9}" srcOrd="1" destOrd="0" presId="urn:microsoft.com/office/officeart/2008/layout/LinedList"/>
    <dgm:cxn modelId="{5D2E6182-E6B5-FA47-A422-AA0F082B5108}" type="presParOf" srcId="{59FB43F3-1967-9B49-B913-07289A3E7106}" destId="{6A6359BF-45B7-184A-831A-F1F9801B73E7}" srcOrd="2" destOrd="0" presId="urn:microsoft.com/office/officeart/2008/layout/LinedList"/>
    <dgm:cxn modelId="{ACAEFB01-E5C6-2041-955A-F1A40279D3BC}" type="presParOf" srcId="{59FB43F3-1967-9B49-B913-07289A3E7106}" destId="{D8CFCF6A-4F29-234D-93C1-4D589A614D6B}" srcOrd="3" destOrd="0" presId="urn:microsoft.com/office/officeart/2008/layout/LinedList"/>
    <dgm:cxn modelId="{29F64AA6-CA51-6A47-8444-45DCD57797C3}" type="presParOf" srcId="{D8CFCF6A-4F29-234D-93C1-4D589A614D6B}" destId="{0393CB0B-24C9-0548-8099-EBE272E43F4C}" srcOrd="0" destOrd="0" presId="urn:microsoft.com/office/officeart/2008/layout/LinedList"/>
    <dgm:cxn modelId="{0A5AEAD8-405C-B84D-966D-B40F0B8C64F8}" type="presParOf" srcId="{D8CFCF6A-4F29-234D-93C1-4D589A614D6B}" destId="{4DE4E997-D008-AD4F-84C5-5F9AF7D11EA1}" srcOrd="1" destOrd="0" presId="urn:microsoft.com/office/officeart/2008/layout/LinedList"/>
    <dgm:cxn modelId="{DD7905CC-1679-A743-B795-CC270052850F}" type="presParOf" srcId="{59FB43F3-1967-9B49-B913-07289A3E7106}" destId="{92720793-0472-4A4A-9418-C5B6764B2C40}" srcOrd="4" destOrd="0" presId="urn:microsoft.com/office/officeart/2008/layout/LinedList"/>
    <dgm:cxn modelId="{7492F9FF-C955-4F4F-9104-3F88B8A6D6BE}" type="presParOf" srcId="{59FB43F3-1967-9B49-B913-07289A3E7106}" destId="{CEC7814C-7F57-A846-8AA1-968E4F0B8CAA}" srcOrd="5" destOrd="0" presId="urn:microsoft.com/office/officeart/2008/layout/LinedList"/>
    <dgm:cxn modelId="{0657EF04-7020-8045-A150-4349F7201BC9}" type="presParOf" srcId="{CEC7814C-7F57-A846-8AA1-968E4F0B8CAA}" destId="{31EA6F73-D015-144E-8CF7-D7FFFE4DDADA}" srcOrd="0" destOrd="0" presId="urn:microsoft.com/office/officeart/2008/layout/LinedList"/>
    <dgm:cxn modelId="{9476BDF4-9A8D-D54B-8CA3-A81749DDBA1A}" type="presParOf" srcId="{CEC7814C-7F57-A846-8AA1-968E4F0B8CAA}" destId="{CAE7F83C-4924-F146-B252-DBC9187E3733}" srcOrd="1" destOrd="0" presId="urn:microsoft.com/office/officeart/2008/layout/LinedList"/>
    <dgm:cxn modelId="{6F82F910-6A91-9F4C-885E-FB69B22B8E5D}" type="presParOf" srcId="{59FB43F3-1967-9B49-B913-07289A3E7106}" destId="{2AD145EE-2A4B-BD4F-ADC5-F0DEA8729D37}" srcOrd="6" destOrd="0" presId="urn:microsoft.com/office/officeart/2008/layout/LinedList"/>
    <dgm:cxn modelId="{53A7F010-40D8-2445-AB7A-D23FF9BD30E6}" type="presParOf" srcId="{59FB43F3-1967-9B49-B913-07289A3E7106}" destId="{A6F2CA49-C48A-0C4C-A158-D12819983A64}" srcOrd="7" destOrd="0" presId="urn:microsoft.com/office/officeart/2008/layout/LinedList"/>
    <dgm:cxn modelId="{39798D5C-B1F7-3D4B-AD81-B573E98EDDD2}" type="presParOf" srcId="{A6F2CA49-C48A-0C4C-A158-D12819983A64}" destId="{6EF7E28C-21FA-A045-BAFA-B7A5198F56FD}" srcOrd="0" destOrd="0" presId="urn:microsoft.com/office/officeart/2008/layout/LinedList"/>
    <dgm:cxn modelId="{45474DBF-6885-0644-B26A-8559FFFA5BC4}" type="presParOf" srcId="{A6F2CA49-C48A-0C4C-A158-D12819983A64}" destId="{7C092243-B823-FF43-A7B2-0ACA402F0B4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580B7B-A57A-40BD-AC84-0C226361D062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0C29610-3833-45CB-BAFA-C96C410FEB54}">
      <dgm:prSet/>
      <dgm:spPr/>
      <dgm:t>
        <a:bodyPr/>
        <a:lstStyle/>
        <a:p>
          <a:pPr algn="r"/>
          <a:r>
            <a:rPr lang="en-US" dirty="0"/>
            <a:t>3</a:t>
          </a:r>
        </a:p>
      </dgm:t>
    </dgm:pt>
    <dgm:pt modelId="{798447A9-9164-4A28-A052-E1749DD1F075}" type="parTrans" cxnId="{AE548353-D47E-4FB7-ACFB-681757B7D762}">
      <dgm:prSet/>
      <dgm:spPr/>
      <dgm:t>
        <a:bodyPr/>
        <a:lstStyle/>
        <a:p>
          <a:pPr algn="r"/>
          <a:endParaRPr lang="en-US"/>
        </a:p>
      </dgm:t>
    </dgm:pt>
    <dgm:pt modelId="{1A3500D7-0A14-46FE-9C4F-D64D0E576506}" type="sibTrans" cxnId="{AE548353-D47E-4FB7-ACFB-681757B7D762}">
      <dgm:prSet/>
      <dgm:spPr/>
      <dgm:t>
        <a:bodyPr/>
        <a:lstStyle/>
        <a:p>
          <a:pPr algn="r"/>
          <a:endParaRPr lang="en-US"/>
        </a:p>
      </dgm:t>
    </dgm:pt>
    <dgm:pt modelId="{CEA89077-202F-4750-9B7D-39D9528C5758}">
      <dgm:prSet/>
      <dgm:spPr/>
      <dgm:t>
        <a:bodyPr/>
        <a:lstStyle/>
        <a:p>
          <a:pPr algn="r"/>
          <a:r>
            <a:rPr lang="en-US" dirty="0"/>
            <a:t>4</a:t>
          </a:r>
        </a:p>
      </dgm:t>
    </dgm:pt>
    <dgm:pt modelId="{1558B697-3726-4ADC-B964-E557EB5C2E1D}" type="parTrans" cxnId="{9EE10F2F-6D0D-491A-AAA0-4FF26886C4E9}">
      <dgm:prSet/>
      <dgm:spPr/>
      <dgm:t>
        <a:bodyPr/>
        <a:lstStyle/>
        <a:p>
          <a:pPr algn="r"/>
          <a:endParaRPr lang="en-US"/>
        </a:p>
      </dgm:t>
    </dgm:pt>
    <dgm:pt modelId="{4A851942-17C0-463E-A0AA-5B8F254271A8}" type="sibTrans" cxnId="{9EE10F2F-6D0D-491A-AAA0-4FF26886C4E9}">
      <dgm:prSet/>
      <dgm:spPr/>
      <dgm:t>
        <a:bodyPr/>
        <a:lstStyle/>
        <a:p>
          <a:pPr algn="r"/>
          <a:endParaRPr lang="en-US"/>
        </a:p>
      </dgm:t>
    </dgm:pt>
    <dgm:pt modelId="{E26D9582-427F-4398-A36D-D2C4F36F9304}">
      <dgm:prSet/>
      <dgm:spPr/>
      <dgm:t>
        <a:bodyPr/>
        <a:lstStyle/>
        <a:p>
          <a:pPr algn="r"/>
          <a:r>
            <a:rPr lang="en-US" dirty="0"/>
            <a:t>6</a:t>
          </a:r>
        </a:p>
      </dgm:t>
    </dgm:pt>
    <dgm:pt modelId="{6BE33360-1352-45B5-8B20-0549BC21B2C4}" type="parTrans" cxnId="{4D85A839-884A-4A4B-B0E4-9C925477B6B4}">
      <dgm:prSet/>
      <dgm:spPr/>
      <dgm:t>
        <a:bodyPr/>
        <a:lstStyle/>
        <a:p>
          <a:pPr algn="r"/>
          <a:endParaRPr lang="en-US"/>
        </a:p>
      </dgm:t>
    </dgm:pt>
    <dgm:pt modelId="{88BFC21A-3E62-4184-B679-27A91EE9D1E1}" type="sibTrans" cxnId="{4D85A839-884A-4A4B-B0E4-9C925477B6B4}">
      <dgm:prSet/>
      <dgm:spPr/>
      <dgm:t>
        <a:bodyPr/>
        <a:lstStyle/>
        <a:p>
          <a:pPr algn="r"/>
          <a:endParaRPr lang="en-US"/>
        </a:p>
      </dgm:t>
    </dgm:pt>
    <dgm:pt modelId="{E7E2ED3E-DC68-2446-AA7C-785F0506E6D9}">
      <dgm:prSet/>
      <dgm:spPr/>
      <dgm:t>
        <a:bodyPr/>
        <a:lstStyle/>
        <a:p>
          <a:pPr algn="r"/>
          <a:r>
            <a:rPr lang="it-IT" dirty="0"/>
            <a:t>8</a:t>
          </a:r>
        </a:p>
      </dgm:t>
    </dgm:pt>
    <dgm:pt modelId="{103A3B95-0A26-F54B-A97F-E2DA9BBB8DCC}" type="parTrans" cxnId="{5DA63845-7A0B-6944-812A-BE6A29C95596}">
      <dgm:prSet/>
      <dgm:spPr/>
      <dgm:t>
        <a:bodyPr/>
        <a:lstStyle/>
        <a:p>
          <a:endParaRPr lang="it-IT"/>
        </a:p>
      </dgm:t>
    </dgm:pt>
    <dgm:pt modelId="{660D16C2-4E85-9A4E-8723-203DD3E20B0D}" type="sibTrans" cxnId="{5DA63845-7A0B-6944-812A-BE6A29C95596}">
      <dgm:prSet/>
      <dgm:spPr/>
      <dgm:t>
        <a:bodyPr/>
        <a:lstStyle/>
        <a:p>
          <a:endParaRPr lang="it-IT"/>
        </a:p>
      </dgm:t>
    </dgm:pt>
    <dgm:pt modelId="{59FB43F3-1967-9B49-B913-07289A3E7106}" type="pres">
      <dgm:prSet presAssocID="{B6580B7B-A57A-40BD-AC84-0C226361D062}" presName="vert0" presStyleCnt="0">
        <dgm:presLayoutVars>
          <dgm:dir/>
          <dgm:animOne val="branch"/>
          <dgm:animLvl val="lvl"/>
        </dgm:presLayoutVars>
      </dgm:prSet>
      <dgm:spPr/>
    </dgm:pt>
    <dgm:pt modelId="{5F23C79F-DD72-E648-88D1-056A3DAABFF1}" type="pres">
      <dgm:prSet presAssocID="{D0C29610-3833-45CB-BAFA-C96C410FEB54}" presName="thickLine" presStyleLbl="alignNode1" presStyleIdx="0" presStyleCnt="4"/>
      <dgm:spPr/>
    </dgm:pt>
    <dgm:pt modelId="{64C29964-B3AF-824D-9C2B-FF503F15EC82}" type="pres">
      <dgm:prSet presAssocID="{D0C29610-3833-45CB-BAFA-C96C410FEB54}" presName="horz1" presStyleCnt="0"/>
      <dgm:spPr/>
    </dgm:pt>
    <dgm:pt modelId="{DB26E74A-8AEE-2041-97CA-1D107B810917}" type="pres">
      <dgm:prSet presAssocID="{D0C29610-3833-45CB-BAFA-C96C410FEB54}" presName="tx1" presStyleLbl="revTx" presStyleIdx="0" presStyleCnt="4"/>
      <dgm:spPr/>
    </dgm:pt>
    <dgm:pt modelId="{0BF4EE04-C492-6D41-A29C-438577D77EE9}" type="pres">
      <dgm:prSet presAssocID="{D0C29610-3833-45CB-BAFA-C96C410FEB54}" presName="vert1" presStyleCnt="0"/>
      <dgm:spPr/>
    </dgm:pt>
    <dgm:pt modelId="{6A6359BF-45B7-184A-831A-F1F9801B73E7}" type="pres">
      <dgm:prSet presAssocID="{CEA89077-202F-4750-9B7D-39D9528C5758}" presName="thickLine" presStyleLbl="alignNode1" presStyleIdx="1" presStyleCnt="4"/>
      <dgm:spPr/>
    </dgm:pt>
    <dgm:pt modelId="{D8CFCF6A-4F29-234D-93C1-4D589A614D6B}" type="pres">
      <dgm:prSet presAssocID="{CEA89077-202F-4750-9B7D-39D9528C5758}" presName="horz1" presStyleCnt="0"/>
      <dgm:spPr/>
    </dgm:pt>
    <dgm:pt modelId="{0393CB0B-24C9-0548-8099-EBE272E43F4C}" type="pres">
      <dgm:prSet presAssocID="{CEA89077-202F-4750-9B7D-39D9528C5758}" presName="tx1" presStyleLbl="revTx" presStyleIdx="1" presStyleCnt="4"/>
      <dgm:spPr/>
    </dgm:pt>
    <dgm:pt modelId="{4DE4E997-D008-AD4F-84C5-5F9AF7D11EA1}" type="pres">
      <dgm:prSet presAssocID="{CEA89077-202F-4750-9B7D-39D9528C5758}" presName="vert1" presStyleCnt="0"/>
      <dgm:spPr/>
    </dgm:pt>
    <dgm:pt modelId="{92720793-0472-4A4A-9418-C5B6764B2C40}" type="pres">
      <dgm:prSet presAssocID="{E26D9582-427F-4398-A36D-D2C4F36F9304}" presName="thickLine" presStyleLbl="alignNode1" presStyleIdx="2" presStyleCnt="4"/>
      <dgm:spPr/>
    </dgm:pt>
    <dgm:pt modelId="{CEC7814C-7F57-A846-8AA1-968E4F0B8CAA}" type="pres">
      <dgm:prSet presAssocID="{E26D9582-427F-4398-A36D-D2C4F36F9304}" presName="horz1" presStyleCnt="0"/>
      <dgm:spPr/>
    </dgm:pt>
    <dgm:pt modelId="{31EA6F73-D015-144E-8CF7-D7FFFE4DDADA}" type="pres">
      <dgm:prSet presAssocID="{E26D9582-427F-4398-A36D-D2C4F36F9304}" presName="tx1" presStyleLbl="revTx" presStyleIdx="2" presStyleCnt="4"/>
      <dgm:spPr/>
    </dgm:pt>
    <dgm:pt modelId="{CAE7F83C-4924-F146-B252-DBC9187E3733}" type="pres">
      <dgm:prSet presAssocID="{E26D9582-427F-4398-A36D-D2C4F36F9304}" presName="vert1" presStyleCnt="0"/>
      <dgm:spPr/>
    </dgm:pt>
    <dgm:pt modelId="{005AEB3A-81F8-D447-A0E9-EBA9DE3809D7}" type="pres">
      <dgm:prSet presAssocID="{E7E2ED3E-DC68-2446-AA7C-785F0506E6D9}" presName="thickLine" presStyleLbl="alignNode1" presStyleIdx="3" presStyleCnt="4"/>
      <dgm:spPr/>
    </dgm:pt>
    <dgm:pt modelId="{8712D236-5FA8-B646-97A3-AAA9F841E996}" type="pres">
      <dgm:prSet presAssocID="{E7E2ED3E-DC68-2446-AA7C-785F0506E6D9}" presName="horz1" presStyleCnt="0"/>
      <dgm:spPr/>
    </dgm:pt>
    <dgm:pt modelId="{4FA762CB-D9D7-F74B-A739-25BAA01C6C40}" type="pres">
      <dgm:prSet presAssocID="{E7E2ED3E-DC68-2446-AA7C-785F0506E6D9}" presName="tx1" presStyleLbl="revTx" presStyleIdx="3" presStyleCnt="4"/>
      <dgm:spPr/>
    </dgm:pt>
    <dgm:pt modelId="{E1044C8E-AB9D-3943-A60F-DB869B5FF6E0}" type="pres">
      <dgm:prSet presAssocID="{E7E2ED3E-DC68-2446-AA7C-785F0506E6D9}" presName="vert1" presStyleCnt="0"/>
      <dgm:spPr/>
    </dgm:pt>
  </dgm:ptLst>
  <dgm:cxnLst>
    <dgm:cxn modelId="{9EE10F2F-6D0D-491A-AAA0-4FF26886C4E9}" srcId="{B6580B7B-A57A-40BD-AC84-0C226361D062}" destId="{CEA89077-202F-4750-9B7D-39D9528C5758}" srcOrd="1" destOrd="0" parTransId="{1558B697-3726-4ADC-B964-E557EB5C2E1D}" sibTransId="{4A851942-17C0-463E-A0AA-5B8F254271A8}"/>
    <dgm:cxn modelId="{4D85A839-884A-4A4B-B0E4-9C925477B6B4}" srcId="{B6580B7B-A57A-40BD-AC84-0C226361D062}" destId="{E26D9582-427F-4398-A36D-D2C4F36F9304}" srcOrd="2" destOrd="0" parTransId="{6BE33360-1352-45B5-8B20-0549BC21B2C4}" sibTransId="{88BFC21A-3E62-4184-B679-27A91EE9D1E1}"/>
    <dgm:cxn modelId="{C64F5E3D-9672-AC49-8A60-B5B0BC1F498C}" type="presOf" srcId="{E26D9582-427F-4398-A36D-D2C4F36F9304}" destId="{31EA6F73-D015-144E-8CF7-D7FFFE4DDADA}" srcOrd="0" destOrd="0" presId="urn:microsoft.com/office/officeart/2008/layout/LinedList"/>
    <dgm:cxn modelId="{5DA63845-7A0B-6944-812A-BE6A29C95596}" srcId="{B6580B7B-A57A-40BD-AC84-0C226361D062}" destId="{E7E2ED3E-DC68-2446-AA7C-785F0506E6D9}" srcOrd="3" destOrd="0" parTransId="{103A3B95-0A26-F54B-A97F-E2DA9BBB8DCC}" sibTransId="{660D16C2-4E85-9A4E-8723-203DD3E20B0D}"/>
    <dgm:cxn modelId="{AE548353-D47E-4FB7-ACFB-681757B7D762}" srcId="{B6580B7B-A57A-40BD-AC84-0C226361D062}" destId="{D0C29610-3833-45CB-BAFA-C96C410FEB54}" srcOrd="0" destOrd="0" parTransId="{798447A9-9164-4A28-A052-E1749DD1F075}" sibTransId="{1A3500D7-0A14-46FE-9C4F-D64D0E576506}"/>
    <dgm:cxn modelId="{627DBE77-AA36-5C48-830B-E0F539601FB4}" type="presOf" srcId="{CEA89077-202F-4750-9B7D-39D9528C5758}" destId="{0393CB0B-24C9-0548-8099-EBE272E43F4C}" srcOrd="0" destOrd="0" presId="urn:microsoft.com/office/officeart/2008/layout/LinedList"/>
    <dgm:cxn modelId="{455CEA94-9DA2-D84D-93F7-6D9217838966}" type="presOf" srcId="{E7E2ED3E-DC68-2446-AA7C-785F0506E6D9}" destId="{4FA762CB-D9D7-F74B-A739-25BAA01C6C40}" srcOrd="0" destOrd="0" presId="urn:microsoft.com/office/officeart/2008/layout/LinedList"/>
    <dgm:cxn modelId="{0A584CCC-C657-374A-8523-3C7A05DA26BE}" type="presOf" srcId="{D0C29610-3833-45CB-BAFA-C96C410FEB54}" destId="{DB26E74A-8AEE-2041-97CA-1D107B810917}" srcOrd="0" destOrd="0" presId="urn:microsoft.com/office/officeart/2008/layout/LinedList"/>
    <dgm:cxn modelId="{BC87D7D2-ED4C-0A45-8005-09F375A0B32B}" type="presOf" srcId="{B6580B7B-A57A-40BD-AC84-0C226361D062}" destId="{59FB43F3-1967-9B49-B913-07289A3E7106}" srcOrd="0" destOrd="0" presId="urn:microsoft.com/office/officeart/2008/layout/LinedList"/>
    <dgm:cxn modelId="{042E99E3-1C08-9142-BC6E-15C7AC060376}" type="presParOf" srcId="{59FB43F3-1967-9B49-B913-07289A3E7106}" destId="{5F23C79F-DD72-E648-88D1-056A3DAABFF1}" srcOrd="0" destOrd="0" presId="urn:microsoft.com/office/officeart/2008/layout/LinedList"/>
    <dgm:cxn modelId="{D853F0B6-A312-BC46-B7F5-BDF8731DC5C6}" type="presParOf" srcId="{59FB43F3-1967-9B49-B913-07289A3E7106}" destId="{64C29964-B3AF-824D-9C2B-FF503F15EC82}" srcOrd="1" destOrd="0" presId="urn:microsoft.com/office/officeart/2008/layout/LinedList"/>
    <dgm:cxn modelId="{51922C82-33BB-0A49-9736-A904A727AA9E}" type="presParOf" srcId="{64C29964-B3AF-824D-9C2B-FF503F15EC82}" destId="{DB26E74A-8AEE-2041-97CA-1D107B810917}" srcOrd="0" destOrd="0" presId="urn:microsoft.com/office/officeart/2008/layout/LinedList"/>
    <dgm:cxn modelId="{EED54180-0FB5-9F41-9412-848C24C90219}" type="presParOf" srcId="{64C29964-B3AF-824D-9C2B-FF503F15EC82}" destId="{0BF4EE04-C492-6D41-A29C-438577D77EE9}" srcOrd="1" destOrd="0" presId="urn:microsoft.com/office/officeart/2008/layout/LinedList"/>
    <dgm:cxn modelId="{5D2E6182-E6B5-FA47-A422-AA0F082B5108}" type="presParOf" srcId="{59FB43F3-1967-9B49-B913-07289A3E7106}" destId="{6A6359BF-45B7-184A-831A-F1F9801B73E7}" srcOrd="2" destOrd="0" presId="urn:microsoft.com/office/officeart/2008/layout/LinedList"/>
    <dgm:cxn modelId="{ACAEFB01-E5C6-2041-955A-F1A40279D3BC}" type="presParOf" srcId="{59FB43F3-1967-9B49-B913-07289A3E7106}" destId="{D8CFCF6A-4F29-234D-93C1-4D589A614D6B}" srcOrd="3" destOrd="0" presId="urn:microsoft.com/office/officeart/2008/layout/LinedList"/>
    <dgm:cxn modelId="{29F64AA6-CA51-6A47-8444-45DCD57797C3}" type="presParOf" srcId="{D8CFCF6A-4F29-234D-93C1-4D589A614D6B}" destId="{0393CB0B-24C9-0548-8099-EBE272E43F4C}" srcOrd="0" destOrd="0" presId="urn:microsoft.com/office/officeart/2008/layout/LinedList"/>
    <dgm:cxn modelId="{0A5AEAD8-405C-B84D-966D-B40F0B8C64F8}" type="presParOf" srcId="{D8CFCF6A-4F29-234D-93C1-4D589A614D6B}" destId="{4DE4E997-D008-AD4F-84C5-5F9AF7D11EA1}" srcOrd="1" destOrd="0" presId="urn:microsoft.com/office/officeart/2008/layout/LinedList"/>
    <dgm:cxn modelId="{DD7905CC-1679-A743-B795-CC270052850F}" type="presParOf" srcId="{59FB43F3-1967-9B49-B913-07289A3E7106}" destId="{92720793-0472-4A4A-9418-C5B6764B2C40}" srcOrd="4" destOrd="0" presId="urn:microsoft.com/office/officeart/2008/layout/LinedList"/>
    <dgm:cxn modelId="{7492F9FF-C955-4F4F-9104-3F88B8A6D6BE}" type="presParOf" srcId="{59FB43F3-1967-9B49-B913-07289A3E7106}" destId="{CEC7814C-7F57-A846-8AA1-968E4F0B8CAA}" srcOrd="5" destOrd="0" presId="urn:microsoft.com/office/officeart/2008/layout/LinedList"/>
    <dgm:cxn modelId="{0657EF04-7020-8045-A150-4349F7201BC9}" type="presParOf" srcId="{CEC7814C-7F57-A846-8AA1-968E4F0B8CAA}" destId="{31EA6F73-D015-144E-8CF7-D7FFFE4DDADA}" srcOrd="0" destOrd="0" presId="urn:microsoft.com/office/officeart/2008/layout/LinedList"/>
    <dgm:cxn modelId="{9476BDF4-9A8D-D54B-8CA3-A81749DDBA1A}" type="presParOf" srcId="{CEC7814C-7F57-A846-8AA1-968E4F0B8CAA}" destId="{CAE7F83C-4924-F146-B252-DBC9187E3733}" srcOrd="1" destOrd="0" presId="urn:microsoft.com/office/officeart/2008/layout/LinedList"/>
    <dgm:cxn modelId="{C66FBE4F-46BA-7B42-8781-B9994D27FBE1}" type="presParOf" srcId="{59FB43F3-1967-9B49-B913-07289A3E7106}" destId="{005AEB3A-81F8-D447-A0E9-EBA9DE3809D7}" srcOrd="6" destOrd="0" presId="urn:microsoft.com/office/officeart/2008/layout/LinedList"/>
    <dgm:cxn modelId="{C82ED02C-E323-2747-804A-3742697EF6E8}" type="presParOf" srcId="{59FB43F3-1967-9B49-B913-07289A3E7106}" destId="{8712D236-5FA8-B646-97A3-AAA9F841E996}" srcOrd="7" destOrd="0" presId="urn:microsoft.com/office/officeart/2008/layout/LinedList"/>
    <dgm:cxn modelId="{4B323772-147C-A045-9CC9-627CFF6C70D4}" type="presParOf" srcId="{8712D236-5FA8-B646-97A3-AAA9F841E996}" destId="{4FA762CB-D9D7-F74B-A739-25BAA01C6C40}" srcOrd="0" destOrd="0" presId="urn:microsoft.com/office/officeart/2008/layout/LinedList"/>
    <dgm:cxn modelId="{E6993ACD-A5AA-E64F-884C-73F260DC61F5}" type="presParOf" srcId="{8712D236-5FA8-B646-97A3-AAA9F841E996}" destId="{E1044C8E-AB9D-3943-A60F-DB869B5FF6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3C79F-DD72-E648-88D1-056A3DAABFF1}">
      <dsp:nvSpPr>
        <dsp:cNvPr id="0" name=""/>
        <dsp:cNvSpPr/>
      </dsp:nvSpPr>
      <dsp:spPr>
        <a:xfrm>
          <a:off x="0" y="0"/>
          <a:ext cx="480441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26E74A-8AEE-2041-97CA-1D107B810917}">
      <dsp:nvSpPr>
        <dsp:cNvPr id="0" name=""/>
        <dsp:cNvSpPr/>
      </dsp:nvSpPr>
      <dsp:spPr>
        <a:xfrm>
          <a:off x="0" y="0"/>
          <a:ext cx="4804410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Introduzione</a:t>
          </a:r>
          <a:endParaRPr lang="en-US" sz="2800" kern="1200" dirty="0"/>
        </a:p>
      </dsp:txBody>
      <dsp:txXfrm>
        <a:off x="0" y="0"/>
        <a:ext cx="4804410" cy="603447"/>
      </dsp:txXfrm>
    </dsp:sp>
    <dsp:sp modelId="{6A6359BF-45B7-184A-831A-F1F9801B73E7}">
      <dsp:nvSpPr>
        <dsp:cNvPr id="0" name=""/>
        <dsp:cNvSpPr/>
      </dsp:nvSpPr>
      <dsp:spPr>
        <a:xfrm>
          <a:off x="0" y="603447"/>
          <a:ext cx="4804410" cy="0"/>
        </a:xfrm>
        <a:prstGeom prst="line">
          <a:avLst/>
        </a:prstGeom>
        <a:gradFill rotWithShape="0">
          <a:gsLst>
            <a:gs pos="0">
              <a:schemeClr val="accent2">
                <a:hueOff val="-3450629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29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29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3450629"/>
              <a:satOff val="15286"/>
              <a:lumOff val="-56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93CB0B-24C9-0548-8099-EBE272E43F4C}">
      <dsp:nvSpPr>
        <dsp:cNvPr id="0" name=""/>
        <dsp:cNvSpPr/>
      </dsp:nvSpPr>
      <dsp:spPr>
        <a:xfrm>
          <a:off x="0" y="603447"/>
          <a:ext cx="4804410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/>
            <a:t>Jira</a:t>
          </a:r>
          <a:r>
            <a:rPr lang="it-IT" sz="2800" kern="1200" dirty="0"/>
            <a:t> API</a:t>
          </a:r>
          <a:endParaRPr lang="en-US" sz="2800" kern="1200" dirty="0"/>
        </a:p>
      </dsp:txBody>
      <dsp:txXfrm>
        <a:off x="0" y="603447"/>
        <a:ext cx="4804410" cy="603447"/>
      </dsp:txXfrm>
    </dsp:sp>
    <dsp:sp modelId="{92720793-0472-4A4A-9418-C5B6764B2C40}">
      <dsp:nvSpPr>
        <dsp:cNvPr id="0" name=""/>
        <dsp:cNvSpPr/>
      </dsp:nvSpPr>
      <dsp:spPr>
        <a:xfrm>
          <a:off x="0" y="1206894"/>
          <a:ext cx="4804410" cy="0"/>
        </a:xfrm>
        <a:prstGeom prst="line">
          <a:avLst/>
        </a:prstGeom>
        <a:gradFill rotWithShape="0">
          <a:gsLst>
            <a:gs pos="0">
              <a:schemeClr val="accent2">
                <a:hueOff val="-6901259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59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59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6901259"/>
              <a:satOff val="30573"/>
              <a:lumOff val="-112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EA6F73-D015-144E-8CF7-D7FFFE4DDADA}">
      <dsp:nvSpPr>
        <dsp:cNvPr id="0" name=""/>
        <dsp:cNvSpPr/>
      </dsp:nvSpPr>
      <dsp:spPr>
        <a:xfrm>
          <a:off x="0" y="1206895"/>
          <a:ext cx="4804410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/>
            <a:t>Process</a:t>
          </a:r>
          <a:r>
            <a:rPr lang="it-IT" sz="2800" kern="1200" dirty="0"/>
            <a:t> control chart</a:t>
          </a:r>
          <a:endParaRPr lang="en-US" sz="2800" kern="1200" dirty="0"/>
        </a:p>
      </dsp:txBody>
      <dsp:txXfrm>
        <a:off x="0" y="1206895"/>
        <a:ext cx="4804410" cy="603447"/>
      </dsp:txXfrm>
    </dsp:sp>
    <dsp:sp modelId="{2AD145EE-2A4B-BD4F-ADC5-F0DEA8729D37}">
      <dsp:nvSpPr>
        <dsp:cNvPr id="0" name=""/>
        <dsp:cNvSpPr/>
      </dsp:nvSpPr>
      <dsp:spPr>
        <a:xfrm>
          <a:off x="0" y="1810342"/>
          <a:ext cx="4804410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F7E28C-21FA-A045-BAFA-B7A5198F56FD}">
      <dsp:nvSpPr>
        <dsp:cNvPr id="0" name=""/>
        <dsp:cNvSpPr/>
      </dsp:nvSpPr>
      <dsp:spPr>
        <a:xfrm>
          <a:off x="0" y="1810342"/>
          <a:ext cx="4804410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/>
            <a:t>SonarCloud</a:t>
          </a:r>
          <a:r>
            <a:rPr lang="it-IT" sz="2800" kern="1200" dirty="0"/>
            <a:t> e </a:t>
          </a:r>
          <a:r>
            <a:rPr lang="it-IT" sz="2800" kern="1200" dirty="0" err="1"/>
            <a:t>GitHub</a:t>
          </a:r>
          <a:endParaRPr lang="it-IT" sz="2800" kern="1200" dirty="0"/>
        </a:p>
      </dsp:txBody>
      <dsp:txXfrm>
        <a:off x="0" y="1810342"/>
        <a:ext cx="4804410" cy="6034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3C79F-DD72-E648-88D1-056A3DAABFF1}">
      <dsp:nvSpPr>
        <dsp:cNvPr id="0" name=""/>
        <dsp:cNvSpPr/>
      </dsp:nvSpPr>
      <dsp:spPr>
        <a:xfrm>
          <a:off x="0" y="0"/>
          <a:ext cx="61316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26E74A-8AEE-2041-97CA-1D107B810917}">
      <dsp:nvSpPr>
        <dsp:cNvPr id="0" name=""/>
        <dsp:cNvSpPr/>
      </dsp:nvSpPr>
      <dsp:spPr>
        <a:xfrm>
          <a:off x="0" y="0"/>
          <a:ext cx="613165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</a:t>
          </a:r>
        </a:p>
      </dsp:txBody>
      <dsp:txXfrm>
        <a:off x="0" y="0"/>
        <a:ext cx="613165" cy="603447"/>
      </dsp:txXfrm>
    </dsp:sp>
    <dsp:sp modelId="{6A6359BF-45B7-184A-831A-F1F9801B73E7}">
      <dsp:nvSpPr>
        <dsp:cNvPr id="0" name=""/>
        <dsp:cNvSpPr/>
      </dsp:nvSpPr>
      <dsp:spPr>
        <a:xfrm>
          <a:off x="0" y="603447"/>
          <a:ext cx="613165" cy="0"/>
        </a:xfrm>
        <a:prstGeom prst="line">
          <a:avLst/>
        </a:prstGeom>
        <a:gradFill rotWithShape="0">
          <a:gsLst>
            <a:gs pos="0">
              <a:schemeClr val="accent2">
                <a:hueOff val="-3450629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29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29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3450629"/>
              <a:satOff val="15286"/>
              <a:lumOff val="-56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93CB0B-24C9-0548-8099-EBE272E43F4C}">
      <dsp:nvSpPr>
        <dsp:cNvPr id="0" name=""/>
        <dsp:cNvSpPr/>
      </dsp:nvSpPr>
      <dsp:spPr>
        <a:xfrm>
          <a:off x="0" y="603447"/>
          <a:ext cx="613165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</a:t>
          </a:r>
        </a:p>
      </dsp:txBody>
      <dsp:txXfrm>
        <a:off x="0" y="603447"/>
        <a:ext cx="613165" cy="603447"/>
      </dsp:txXfrm>
    </dsp:sp>
    <dsp:sp modelId="{92720793-0472-4A4A-9418-C5B6764B2C40}">
      <dsp:nvSpPr>
        <dsp:cNvPr id="0" name=""/>
        <dsp:cNvSpPr/>
      </dsp:nvSpPr>
      <dsp:spPr>
        <a:xfrm>
          <a:off x="0" y="1206894"/>
          <a:ext cx="613165" cy="0"/>
        </a:xfrm>
        <a:prstGeom prst="line">
          <a:avLst/>
        </a:prstGeom>
        <a:gradFill rotWithShape="0">
          <a:gsLst>
            <a:gs pos="0">
              <a:schemeClr val="accent2">
                <a:hueOff val="-6901259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59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59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6901259"/>
              <a:satOff val="30573"/>
              <a:lumOff val="-112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EA6F73-D015-144E-8CF7-D7FFFE4DDADA}">
      <dsp:nvSpPr>
        <dsp:cNvPr id="0" name=""/>
        <dsp:cNvSpPr/>
      </dsp:nvSpPr>
      <dsp:spPr>
        <a:xfrm>
          <a:off x="0" y="1206894"/>
          <a:ext cx="613165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6</a:t>
          </a:r>
        </a:p>
      </dsp:txBody>
      <dsp:txXfrm>
        <a:off x="0" y="1206894"/>
        <a:ext cx="613165" cy="603447"/>
      </dsp:txXfrm>
    </dsp:sp>
    <dsp:sp modelId="{005AEB3A-81F8-D447-A0E9-EBA9DE3809D7}">
      <dsp:nvSpPr>
        <dsp:cNvPr id="0" name=""/>
        <dsp:cNvSpPr/>
      </dsp:nvSpPr>
      <dsp:spPr>
        <a:xfrm>
          <a:off x="0" y="1810341"/>
          <a:ext cx="613165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A762CB-D9D7-F74B-A739-25BAA01C6C40}">
      <dsp:nvSpPr>
        <dsp:cNvPr id="0" name=""/>
        <dsp:cNvSpPr/>
      </dsp:nvSpPr>
      <dsp:spPr>
        <a:xfrm>
          <a:off x="0" y="1810341"/>
          <a:ext cx="613165" cy="603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8</a:t>
          </a:r>
        </a:p>
      </dsp:txBody>
      <dsp:txXfrm>
        <a:off x="0" y="1810341"/>
        <a:ext cx="613165" cy="6034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955AC-7588-5D41-91EA-7831C0CE2048}" type="datetimeFigureOut">
              <a:rPr lang="it-IT" smtClean="0"/>
              <a:t>06/07/21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97E6C-2D86-5441-B380-99F06FF176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447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23BF-58BE-8146-8A24-999D0DEF9BF7}" type="datetime1">
              <a:rPr lang="it-IT" smtClean="0"/>
              <a:t>06/07/21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9600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1143C-3B38-F84F-9B48-F9C0EB8C2CAE}" type="datetime1">
              <a:rPr lang="it-IT" smtClean="0"/>
              <a:t>06/07/21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369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852CE-88F4-4640-A85F-663A0B5EAB81}" type="datetime1">
              <a:rPr lang="it-IT" smtClean="0"/>
              <a:t>06/07/21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0000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BA1F-91A0-9F49-A7CF-0F83B567F057}" type="datetime1">
              <a:rPr lang="it-IT" smtClean="0"/>
              <a:t>06/07/21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147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E515-9448-3E4B-8D89-BC5454753111}" type="datetime1">
              <a:rPr lang="it-IT" smtClean="0"/>
              <a:t>06/07/21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3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3C9E9-E37A-8240-8D5D-55AC5CF427DB}" type="datetime1">
              <a:rPr lang="it-IT" smtClean="0"/>
              <a:t>06/07/21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121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F81D9-5945-E642-A951-E857524A2D48}" type="datetime1">
              <a:rPr lang="it-IT" smtClean="0"/>
              <a:t>06/07/21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688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22CE1-2803-4F43-9F21-FC156808ED24}" type="datetime1">
              <a:rPr lang="it-IT" smtClean="0"/>
              <a:t>06/07/21</a:t>
            </a:fld>
            <a:endParaRPr lang="it-I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51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1FE0B71-1C14-F944-8EA7-5233879F720D}" type="datetime1">
              <a:rPr lang="it-IT" smtClean="0"/>
              <a:t>06/07/21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428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7864D-7465-C849-9C53-A00335189347}" type="datetime1">
              <a:rPr lang="it-IT" smtClean="0"/>
              <a:t>06/07/21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5309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5BED3-91B8-FD4D-BE11-6441E67D75B5}" type="datetime1">
              <a:rPr lang="it-IT" smtClean="0"/>
              <a:t>06/07/21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040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434CA56-9926-634C-A979-0A0E50952D7B}" type="datetime1">
              <a:rPr lang="it-IT" smtClean="0"/>
              <a:t>06/07/21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BD69CD5-20D3-AF40-8FEE-9E25D53A2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7655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ssandrofato98/ISW2-Deliverable1" TargetMode="External"/><Relationship Id="rId2" Type="http://schemas.openxmlformats.org/officeDocument/2006/relationships/hyperlink" Target="https://sonarcloud.io/dashboard?id=alessandrofato98_ISW2-Deliverable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17FF1CD-4517-4146-BBA0-95CD8B30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2729" y="5499895"/>
            <a:ext cx="9638443" cy="484633"/>
          </a:xfrm>
        </p:spPr>
        <p:txBody>
          <a:bodyPr>
            <a:normAutofit/>
          </a:bodyPr>
          <a:lstStyle/>
          <a:p>
            <a:r>
              <a:rPr lang="it-IT" dirty="0"/>
              <a:t>Alessandro Fato - 0292165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1E5138F-12B3-3C40-ADCF-723E9F8C9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>
            <a:normAutofit/>
          </a:bodyPr>
          <a:lstStyle/>
          <a:p>
            <a:r>
              <a:rPr lang="it-IT" sz="5000" dirty="0" err="1"/>
              <a:t>Deliverable</a:t>
            </a:r>
            <a:r>
              <a:rPr lang="it-IT" sz="5000" dirty="0"/>
              <a:t> 1</a:t>
            </a:r>
            <a:br>
              <a:rPr lang="it-IT" sz="5000" dirty="0"/>
            </a:br>
            <a:r>
              <a:rPr lang="it-IT" sz="5000" dirty="0" err="1"/>
              <a:t>process</a:t>
            </a:r>
            <a:r>
              <a:rPr lang="it-IT" sz="5000" dirty="0"/>
              <a:t> control chart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329AB2-EB0C-3B49-90D7-A3C76346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789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D10BDAE-919F-E146-BEF9-8655C215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Indice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0E241-B409-B940-93FD-6FB1D8D7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BD69CD5-20D3-AF40-8FEE-9E25D53A2976}" type="slidenum">
              <a:rPr lang="it-IT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it-IT"/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48265173-9525-42FA-A891-984197C499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555056"/>
              </p:ext>
            </p:extLst>
          </p:nvPr>
        </p:nvGraphicFramePr>
        <p:xfrm>
          <a:off x="5619750" y="916432"/>
          <a:ext cx="4804410" cy="2413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28B7A976-5A91-E14F-9270-05D6C784ED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0661713"/>
              </p:ext>
            </p:extLst>
          </p:nvPr>
        </p:nvGraphicFramePr>
        <p:xfrm>
          <a:off x="11124681" y="916431"/>
          <a:ext cx="613165" cy="2413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7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DAE-919F-E146-BEF9-8655C215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D57563-FF1F-D340-AD5D-1B493BC02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Si vuole realizzare un </a:t>
            </a:r>
            <a:r>
              <a:rPr lang="it-IT" dirty="0" err="1"/>
              <a:t>process</a:t>
            </a:r>
            <a:r>
              <a:rPr lang="it-IT" dirty="0"/>
              <a:t> control chart del progetto software FALCON.</a:t>
            </a:r>
          </a:p>
          <a:p>
            <a:r>
              <a:rPr lang="it-IT" dirty="0"/>
              <a:t>Il grafico deve avere: sulle </a:t>
            </a:r>
            <a:r>
              <a:rPr lang="it-IT" b="1" dirty="0"/>
              <a:t>x</a:t>
            </a:r>
            <a:r>
              <a:rPr lang="it-IT" dirty="0"/>
              <a:t> il mese, sulle </a:t>
            </a:r>
            <a:r>
              <a:rPr lang="it-IT" b="1" dirty="0"/>
              <a:t>y</a:t>
            </a:r>
            <a:r>
              <a:rPr lang="it-IT" dirty="0"/>
              <a:t> il numero di </a:t>
            </a:r>
            <a:r>
              <a:rPr lang="it-IT" dirty="0" err="1"/>
              <a:t>fixed</a:t>
            </a:r>
            <a:r>
              <a:rPr lang="it-IT" dirty="0"/>
              <a:t> ticket.</a:t>
            </a:r>
          </a:p>
          <a:p>
            <a:r>
              <a:rPr lang="it-IT" dirty="0"/>
              <a:t>Si utilizza </a:t>
            </a:r>
            <a:r>
              <a:rPr lang="it-IT" dirty="0" err="1"/>
              <a:t>Jira</a:t>
            </a:r>
            <a:r>
              <a:rPr lang="it-IT" dirty="0"/>
              <a:t> per ottenere informazioni riguardo i </a:t>
            </a:r>
            <a:r>
              <a:rPr lang="it-IT" dirty="0" err="1"/>
              <a:t>fixed</a:t>
            </a:r>
            <a:r>
              <a:rPr lang="it-IT" dirty="0"/>
              <a:t> ticket.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0E241-B409-B940-93FD-6FB1D8D7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588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DAE-919F-E146-BEF9-8655C215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Jira</a:t>
            </a:r>
            <a:r>
              <a:rPr lang="it-IT" dirty="0"/>
              <a:t> API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0E241-B409-B940-93FD-6FB1D8D7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4</a:t>
            </a:fld>
            <a:endParaRPr lang="it-IT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08B586E-A961-524C-B620-64EE184C047D}"/>
              </a:ext>
            </a:extLst>
          </p:cNvPr>
          <p:cNvSpPr txBox="1">
            <a:spLocks/>
          </p:cNvSpPr>
          <p:nvPr/>
        </p:nvSpPr>
        <p:spPr>
          <a:xfrm>
            <a:off x="2231136" y="2638044"/>
            <a:ext cx="7729728" cy="197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Si sfruttano le API di </a:t>
            </a:r>
            <a:r>
              <a:rPr lang="it-IT" dirty="0" err="1"/>
              <a:t>Jira</a:t>
            </a:r>
            <a:r>
              <a:rPr lang="it-IT" dirty="0"/>
              <a:t> per ottenere i dati su FALCON.</a:t>
            </a:r>
          </a:p>
          <a:p>
            <a:r>
              <a:rPr lang="it-IT" dirty="0"/>
              <a:t>La </a:t>
            </a:r>
            <a:r>
              <a:rPr lang="it-IT" dirty="0" err="1"/>
              <a:t>query</a:t>
            </a:r>
            <a:r>
              <a:rPr lang="it-IT" dirty="0"/>
              <a:t> utilizzata è così fatta: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it-IT" b="1" dirty="0" err="1"/>
              <a:t>project</a:t>
            </a:r>
            <a:r>
              <a:rPr lang="it-IT" dirty="0"/>
              <a:t> = FALCON AND 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it-IT" b="1" dirty="0"/>
              <a:t>status</a:t>
            </a:r>
            <a:r>
              <a:rPr lang="it-IT" dirty="0"/>
              <a:t> in (</a:t>
            </a:r>
            <a:r>
              <a:rPr lang="it-IT" dirty="0" err="1"/>
              <a:t>Resolved</a:t>
            </a:r>
            <a:r>
              <a:rPr lang="it-IT" dirty="0"/>
              <a:t>, </a:t>
            </a:r>
            <a:r>
              <a:rPr lang="it-IT" dirty="0" err="1"/>
              <a:t>Closed</a:t>
            </a:r>
            <a:r>
              <a:rPr lang="it-IT" dirty="0"/>
              <a:t>) AND 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it-IT" b="1" dirty="0" err="1"/>
              <a:t>resolution</a:t>
            </a:r>
            <a:r>
              <a:rPr lang="it-IT" dirty="0"/>
              <a:t> = </a:t>
            </a:r>
            <a:r>
              <a:rPr lang="it-IT" dirty="0" err="1"/>
              <a:t>Fixed</a:t>
            </a:r>
            <a:endParaRPr lang="it-IT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22CA7A0C-679B-FA42-B8CB-66378EB1D1EF}"/>
              </a:ext>
            </a:extLst>
          </p:cNvPr>
          <p:cNvSpPr txBox="1">
            <a:spLocks/>
          </p:cNvSpPr>
          <p:nvPr/>
        </p:nvSpPr>
        <p:spPr>
          <a:xfrm>
            <a:off x="2231136" y="4610862"/>
            <a:ext cx="7729728" cy="1789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L’</a:t>
            </a:r>
            <a:r>
              <a:rPr lang="it-IT" b="1" dirty="0" err="1"/>
              <a:t>issueType</a:t>
            </a:r>
            <a:r>
              <a:rPr lang="it-IT" dirty="0"/>
              <a:t> non viene specificato: implica di ottenere i ticket di qualsiasi tipo.</a:t>
            </a:r>
          </a:p>
        </p:txBody>
      </p:sp>
    </p:spTree>
    <p:extLst>
      <p:ext uri="{BB962C8B-B14F-4D97-AF65-F5344CB8AC3E}">
        <p14:creationId xmlns:p14="http://schemas.microsoft.com/office/powerpoint/2010/main" val="310646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DAE-919F-E146-BEF9-8655C215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it-IT" dirty="0" err="1"/>
              <a:t>Jira</a:t>
            </a:r>
            <a:r>
              <a:rPr lang="it-IT" dirty="0"/>
              <a:t> API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D57563-FF1F-D340-AD5D-1B493BC0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r>
              <a:rPr lang="it-IT" dirty="0"/>
              <a:t>Da ogni ticket si legge il campo </a:t>
            </a:r>
            <a:r>
              <a:rPr lang="it-IT" b="1" dirty="0" err="1"/>
              <a:t>resolutiondate</a:t>
            </a:r>
            <a:r>
              <a:rPr lang="it-IT" dirty="0"/>
              <a:t>.</a:t>
            </a:r>
          </a:p>
          <a:p>
            <a:r>
              <a:rPr lang="it-IT" dirty="0"/>
              <a:t>Si identifica, quindi, il mese in cui la </a:t>
            </a:r>
            <a:r>
              <a:rPr lang="it-IT" dirty="0" err="1"/>
              <a:t>issue</a:t>
            </a:r>
            <a:r>
              <a:rPr lang="it-IT" dirty="0"/>
              <a:t> diventa </a:t>
            </a:r>
            <a:r>
              <a:rPr lang="it-IT" dirty="0" err="1"/>
              <a:t>fixed</a:t>
            </a:r>
            <a:r>
              <a:rPr lang="it-IT" dirty="0"/>
              <a:t>.</a:t>
            </a:r>
          </a:p>
          <a:p>
            <a:r>
              <a:rPr lang="it-IT" dirty="0"/>
              <a:t>Si contano, per ogni mese, i </a:t>
            </a:r>
            <a:r>
              <a:rPr lang="it-IT" dirty="0" err="1"/>
              <a:t>fixed</a:t>
            </a:r>
            <a:r>
              <a:rPr lang="it-IT" dirty="0"/>
              <a:t> ticket.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FD70A2FA-2E44-9F4C-BEC9-315E99F3E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66" y="2615669"/>
            <a:ext cx="6227064" cy="1634603"/>
          </a:xfrm>
          <a:prstGeom prst="rect">
            <a:avLst/>
          </a:prstGeom>
          <a:ln w="25400">
            <a:noFill/>
          </a:ln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0E241-B409-B940-93FD-6FB1D8D7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BD69CD5-20D3-AF40-8FEE-9E25D53A2976}" type="slidenum">
              <a:rPr lang="it-IT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26AFD17-0F53-CC4E-AFCA-4425463315AC}"/>
              </a:ext>
            </a:extLst>
          </p:cNvPr>
          <p:cNvSpPr/>
          <p:nvPr/>
        </p:nvSpPr>
        <p:spPr>
          <a:xfrm>
            <a:off x="5561215" y="3655155"/>
            <a:ext cx="3449781" cy="1662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353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DAE-919F-E146-BEF9-8655C215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Process</a:t>
            </a:r>
            <a:r>
              <a:rPr lang="it-IT" dirty="0"/>
              <a:t> control chart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0E241-B409-B940-93FD-6FB1D8D7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6</a:t>
            </a:fld>
            <a:endParaRPr lang="it-IT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08B586E-A961-524C-B620-64EE184C047D}"/>
              </a:ext>
            </a:extLst>
          </p:cNvPr>
          <p:cNvSpPr txBox="1">
            <a:spLocks/>
          </p:cNvSpPr>
          <p:nvPr/>
        </p:nvSpPr>
        <p:spPr>
          <a:xfrm>
            <a:off x="2231136" y="2638044"/>
            <a:ext cx="7729728" cy="197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Si suppone che gli sviluppatori impostano (su </a:t>
            </a:r>
            <a:r>
              <a:rPr lang="it-IT" dirty="0" err="1"/>
              <a:t>Jira</a:t>
            </a:r>
            <a:r>
              <a:rPr lang="it-IT" dirty="0"/>
              <a:t>) la </a:t>
            </a:r>
            <a:r>
              <a:rPr lang="it-IT" b="1" dirty="0" err="1"/>
              <a:t>resolution</a:t>
            </a:r>
            <a:r>
              <a:rPr lang="it-IT" dirty="0"/>
              <a:t> di un ticket a </a:t>
            </a:r>
            <a:r>
              <a:rPr lang="it-IT" b="1" dirty="0" err="1"/>
              <a:t>fixed</a:t>
            </a:r>
            <a:r>
              <a:rPr lang="it-IT" dirty="0"/>
              <a:t> in concomitanza all’effettiva chiusura dello stesso tramite un </a:t>
            </a:r>
            <a:r>
              <a:rPr lang="it-IT" dirty="0" err="1"/>
              <a:t>commit</a:t>
            </a:r>
            <a:r>
              <a:rPr lang="it-IT" dirty="0"/>
              <a:t>.</a:t>
            </a:r>
          </a:p>
          <a:p>
            <a:r>
              <a:rPr lang="it-IT" dirty="0"/>
              <a:t>Vengono identificati su FALCON 1555 ticket.</a:t>
            </a:r>
          </a:p>
          <a:p>
            <a:r>
              <a:rPr lang="it-IT" dirty="0"/>
              <a:t>Ogni ticket possiede il campo </a:t>
            </a:r>
            <a:r>
              <a:rPr lang="it-IT" b="1" dirty="0" err="1"/>
              <a:t>resolutiondate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640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DAE-919F-E146-BEF9-8655C215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200"/>
              <a:t>Process control chart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08B586E-A961-524C-B620-64EE184C047D}"/>
              </a:ext>
            </a:extLst>
          </p:cNvPr>
          <p:cNvSpPr txBox="1">
            <a:spLocks/>
          </p:cNvSpPr>
          <p:nvPr/>
        </p:nvSpPr>
        <p:spPr>
          <a:xfrm>
            <a:off x="803244" y="2638044"/>
            <a:ext cx="3063765" cy="3263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/>
              <a:t>Si nota un </a:t>
            </a:r>
            <a:r>
              <a:rPr lang="en-US" dirty="0" err="1"/>
              <a:t>lavoro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intenso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periodo</a:t>
            </a:r>
            <a:r>
              <a:rPr lang="en-US" dirty="0"/>
              <a:t> da </a:t>
            </a:r>
            <a:r>
              <a:rPr lang="en-US" dirty="0" err="1"/>
              <a:t>Luglio</a:t>
            </a:r>
            <a:r>
              <a:rPr lang="en-US" dirty="0"/>
              <a:t> 2014 a </a:t>
            </a:r>
            <a:r>
              <a:rPr lang="en-US" dirty="0" err="1"/>
              <a:t>Luglio</a:t>
            </a:r>
            <a:r>
              <a:rPr lang="en-US" dirty="0"/>
              <a:t> 2016</a:t>
            </a:r>
          </a:p>
          <a:p>
            <a:pPr>
              <a:lnSpc>
                <a:spcPct val="90000"/>
              </a:lnSpc>
            </a:pPr>
            <a:r>
              <a:rPr lang="en-US" dirty="0"/>
              <a:t>Il </a:t>
            </a:r>
            <a:r>
              <a:rPr lang="en-US" dirty="0" err="1"/>
              <a:t>progetto</a:t>
            </a:r>
            <a:r>
              <a:rPr lang="en-US" dirty="0"/>
              <a:t> non </a:t>
            </a:r>
            <a:r>
              <a:rPr lang="en-US" dirty="0" err="1"/>
              <a:t>è</a:t>
            </a:r>
            <a:r>
              <a:rPr lang="en-US" dirty="0"/>
              <a:t> piu sotto </a:t>
            </a:r>
            <a:r>
              <a:rPr lang="en-US" dirty="0" err="1"/>
              <a:t>sviluppo</a:t>
            </a:r>
            <a:r>
              <a:rPr lang="en-US" dirty="0"/>
              <a:t> da Agosto 2018 (la repository di GitHub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stata</a:t>
            </a:r>
            <a:r>
              <a:rPr lang="en-US" dirty="0"/>
              <a:t> </a:t>
            </a:r>
            <a:r>
              <a:rPr lang="en-US" dirty="0" err="1"/>
              <a:t>archiviata</a:t>
            </a:r>
            <a:r>
              <a:rPr lang="en-US" dirty="0"/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0E241-B409-B940-93FD-6FB1D8D7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BD69CD5-20D3-AF40-8FEE-9E25D53A297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CBA70D8D-D6DB-9942-9A02-3922247611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9996535"/>
              </p:ext>
            </p:extLst>
          </p:nvPr>
        </p:nvGraphicFramePr>
        <p:xfrm>
          <a:off x="4823366" y="1293275"/>
          <a:ext cx="6227064" cy="427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732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DAE-919F-E146-BEF9-8655C215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Sonarcloud</a:t>
            </a:r>
            <a:r>
              <a:rPr lang="it-IT" dirty="0"/>
              <a:t> e </a:t>
            </a:r>
            <a:r>
              <a:rPr lang="it-IT" dirty="0" err="1"/>
              <a:t>GIthub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0E241-B409-B940-93FD-6FB1D8D7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9CD5-20D3-AF40-8FEE-9E25D53A2976}" type="slidenum">
              <a:rPr lang="it-IT" smtClean="0"/>
              <a:t>8</a:t>
            </a:fld>
            <a:endParaRPr lang="it-IT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08B586E-A961-524C-B620-64EE184C047D}"/>
              </a:ext>
            </a:extLst>
          </p:cNvPr>
          <p:cNvSpPr txBox="1">
            <a:spLocks/>
          </p:cNvSpPr>
          <p:nvPr/>
        </p:nvSpPr>
        <p:spPr>
          <a:xfrm>
            <a:off x="2231136" y="2638044"/>
            <a:ext cx="7729728" cy="197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Link a </a:t>
            </a:r>
            <a:r>
              <a:rPr lang="it-IT" dirty="0" err="1"/>
              <a:t>SonarCloud</a:t>
            </a:r>
            <a:r>
              <a:rPr lang="it-IT" dirty="0"/>
              <a:t>:</a:t>
            </a:r>
          </a:p>
          <a:p>
            <a:pPr lvl="1"/>
            <a:r>
              <a:rPr lang="it-IT" dirty="0">
                <a:hlinkClick r:id="rId2"/>
              </a:rPr>
              <a:t>https://sonarcloud.io/dashboard?id=alessandrofato98_ISW2-Deliverable1</a:t>
            </a:r>
            <a:endParaRPr lang="it-IT" dirty="0"/>
          </a:p>
          <a:p>
            <a:r>
              <a:rPr lang="it-IT" dirty="0"/>
              <a:t>Link a </a:t>
            </a:r>
            <a:r>
              <a:rPr lang="it-IT" dirty="0" err="1"/>
              <a:t>GitHub</a:t>
            </a:r>
            <a:r>
              <a:rPr lang="it-IT" dirty="0"/>
              <a:t>:</a:t>
            </a:r>
          </a:p>
          <a:p>
            <a:pPr lvl="1"/>
            <a:r>
              <a:rPr lang="it-IT" dirty="0">
                <a:hlinkClick r:id="rId3"/>
              </a:rPr>
              <a:t>https://github.com/alessandrofato98/ISW2-Deliverable1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08641"/>
      </p:ext>
    </p:extLst>
  </p:cSld>
  <p:clrMapOvr>
    <a:masterClrMapping/>
  </p:clrMapOvr>
</p:sld>
</file>

<file path=ppt/theme/theme1.xml><?xml version="1.0" encoding="utf-8"?>
<a:theme xmlns:a="http://schemas.openxmlformats.org/drawingml/2006/main" name="Pacco">
  <a:themeElements>
    <a:clrScheme name="Pacco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c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co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{62DC8F75-A280-9041-B9B3-B175278CC95C}tf10001120</Template>
  <TotalTime>281</TotalTime>
  <Words>274</Words>
  <Application>Microsoft Macintosh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Pacco</vt:lpstr>
      <vt:lpstr>Deliverable 1 process control chart</vt:lpstr>
      <vt:lpstr>Indice</vt:lpstr>
      <vt:lpstr>introduzione</vt:lpstr>
      <vt:lpstr>Jira API</vt:lpstr>
      <vt:lpstr>Jira API</vt:lpstr>
      <vt:lpstr>Process control chart</vt:lpstr>
      <vt:lpstr>Process control chart</vt:lpstr>
      <vt:lpstr>Sonarcloud e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</dc:title>
  <dc:creator>alessandro fato</dc:creator>
  <cp:lastModifiedBy>alessandro fato</cp:lastModifiedBy>
  <cp:revision>111</cp:revision>
  <dcterms:created xsi:type="dcterms:W3CDTF">2021-07-06T09:05:35Z</dcterms:created>
  <dcterms:modified xsi:type="dcterms:W3CDTF">2021-07-06T16:06:36Z</dcterms:modified>
</cp:coreProperties>
</file>